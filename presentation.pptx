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4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E5D106-70E5-E19A-0064-9AA00DC07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46DB621-03D0-4E8E-71E4-C7982DBED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E5287B-0B05-58D6-D7BE-B0903932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289F4-1A98-ADB9-02EF-39003AE3C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9443B5-5B06-5E49-1E2E-643099EF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54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1FCCBC-0292-4A64-C4E5-73AD7FE2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370C07-5B1C-62B2-8425-1ABFD52BE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99B693-DF97-8282-54CC-10616BE6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2C07E0-8504-06B1-1CFE-D1D6F216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583E2F-828E-EAF9-90B4-A3CF5F163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98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E71B9-6671-96A0-E839-9B9DD821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041675-B730-D6C7-5F84-BDB77C2B2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A7D0A0-89F1-7A5D-8F1D-0AF79C4A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872C2F-97E5-4E86-9F96-AEEDB26E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10E6D8-2E4B-290C-672F-D3FECB45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31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27F233-66CD-0FF0-9864-6B7E5B70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2DBCD7-B990-CFC8-D9D1-70D8A53DE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4E3401-1117-3C59-9634-43ED5F11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6F336B-B545-72E0-C369-8D66C7064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C22DA0-7CAC-DACA-A340-3D38A142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1E8A2D-2C12-82F7-205D-E568C0B1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12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C2D29-6BA4-C620-CAAA-AB6C9B6B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6C5E99-4271-574D-4FB1-854C76128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BF8C06-86CE-228C-553F-335757ECB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F35AF4-D245-FE92-A6CD-D5A060F2C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EF6F5E8-5526-46D9-2C6B-47D07C3EF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DC43402-40B7-7C88-3137-83E63366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7A1E39-AF11-081B-C0F1-E4E413779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D341EBD-6E8A-607F-A8C8-B41B498E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741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0ACE0-230D-6514-C290-85A43A33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68EDD03-561B-0524-1F1F-BF1DBAE7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46882A-03B8-529A-6869-D4982DCC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2B3CA9-37C7-CCC6-9150-27E8EC74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62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2C232D3-A88A-F005-A0BA-0A8B074F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935963-CA94-B8D1-1466-F37AC7FA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68BD85-D959-4C0D-B5FC-911D2C2A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24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BA24F1-332A-CCEE-29E3-7EAD6B6D6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CDF6C2-8F29-5DAD-7A11-F6AF5A91D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5F3A46-8685-FE06-6FE5-9ADE0C5BE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EE230C-8F3B-4560-B953-3A55F75A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E45071-38C3-8790-8E69-5355E39E0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63FD07-6301-53E6-F686-28CB1927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499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7C65C-36F1-7BF4-9C72-48E39650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1736EB-9E84-C558-2E9B-318AA3E29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14643C-48C6-BC99-D828-B7A41CA4D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788A66-E2B8-AEB1-A892-B5CBBEFC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E02ED9-CA95-D420-5DC0-FD537978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7BE5DB-3FC7-F7CE-D977-51F7BCAB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52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C8F407-565B-AF24-B980-7A47AFFE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F74A61E-2FAE-06BF-1E1D-3797F552A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8DCD87-0434-0255-6E0F-DB21276B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29F502-41EE-131E-2131-BD07202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940784-5BA3-B7A6-94F6-0C27968E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1555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97F9586-DD61-1692-9C56-E8A48B14B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D7378AC-A212-E809-F30A-4BE55D66F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821582-AE7D-7C4C-6661-D7FE9C10E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61569-CB04-0D05-1283-32DD3CC6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061405-8363-56C5-5931-07F6B9BB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40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EE5BE6A-8639-CAB5-4BCC-89119FC0E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C894E5-5BE3-921A-2833-3A7780F03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533243-10E5-7936-FD45-00E68C299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26F4E-E453-4050-871F-1A24DB45D36F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8CFEB6-CE74-E64D-58D2-FBD84419B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D8B245-A5C4-7267-E923-E4269F273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4C908-58C5-47A4-B2D6-B2FA91EE3E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585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0CD97-A26B-D297-128C-0B90964E1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GNNs zur Klassifizierung von MAGIC-Daten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1D9FF0-27EE-84D4-E622-663FC29F6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Fabian Bäumer, Gerrit Erdt</a:t>
            </a:r>
          </a:p>
        </p:txBody>
      </p:sp>
    </p:spTree>
    <p:extLst>
      <p:ext uri="{BB962C8B-B14F-4D97-AF65-F5344CB8AC3E}">
        <p14:creationId xmlns:p14="http://schemas.microsoft.com/office/powerpoint/2010/main" val="375272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35B89D-DD6F-8028-1ED5-64D570FBE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0D02D8-42ED-6261-9AF0-B1A9A02CF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Input-Daten: Graphen der MAGIC-Aufnahmen</a:t>
            </a:r>
          </a:p>
          <a:p>
            <a:r>
              <a:rPr lang="de-DE" dirty="0"/>
              <a:t>Output: Klassifikation in Gamma oder Proton Event</a:t>
            </a:r>
          </a:p>
          <a:p>
            <a:r>
              <a:rPr lang="de-DE" dirty="0"/>
              <a:t>Unter Einsatz von Graph </a:t>
            </a:r>
            <a:r>
              <a:rPr lang="de-DE" dirty="0" err="1"/>
              <a:t>Neural</a:t>
            </a:r>
            <a:r>
              <a:rPr lang="de-DE" dirty="0"/>
              <a:t> Networks (GNNs)</a:t>
            </a:r>
          </a:p>
          <a:p>
            <a:r>
              <a:rPr lang="de-DE" dirty="0"/>
              <a:t>Netz entwickeln, optimieren und trainieren</a:t>
            </a:r>
          </a:p>
        </p:txBody>
      </p:sp>
    </p:spTree>
    <p:extLst>
      <p:ext uri="{BB962C8B-B14F-4D97-AF65-F5344CB8AC3E}">
        <p14:creationId xmlns:p14="http://schemas.microsoft.com/office/powerpoint/2010/main" val="379162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A70CFC-B7B6-8A8D-A7D7-B8B418C3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Cleaned</a:t>
            </a:r>
            <a:r>
              <a:rPr lang="de-DE" dirty="0"/>
              <a:t> Images und Trainingsdaten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D9296F-56BE-036C-C271-322F3D954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530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D450A-6037-C853-7EE1-357D22920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0EC944-D07E-0730-F0F6-726BB57B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326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EBF655-94AA-4E45-0A36-3A906D929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GNNs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B840337-6A47-326E-A107-7033A1C6D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1797030"/>
            <a:ext cx="7346490" cy="3263940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92F10B9-AC48-6C16-7C91-30A080030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9212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Generalisierter Fall von CNNs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Gitter-Struktur (Pixel) -&gt;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Faltung -&gt; Message </a:t>
            </a:r>
            <a:r>
              <a:rPr lang="de-DE" dirty="0" err="1"/>
              <a:t>passing</a:t>
            </a:r>
            <a:r>
              <a:rPr lang="de-DE" dirty="0"/>
              <a:t>: Austausch von Informationen zwischen Knoten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Feature </a:t>
            </a:r>
            <a:r>
              <a:rPr lang="de-DE" dirty="0" err="1"/>
              <a:t>aggregation</a:t>
            </a:r>
            <a:r>
              <a:rPr lang="de-DE" dirty="0"/>
              <a:t>: ‚zusammenfassen‘ der Informationen über Nachbarn</a:t>
            </a:r>
          </a:p>
        </p:txBody>
      </p:sp>
    </p:spTree>
    <p:extLst>
      <p:ext uri="{BB962C8B-B14F-4D97-AF65-F5344CB8AC3E}">
        <p14:creationId xmlns:p14="http://schemas.microsoft.com/office/powerpoint/2010/main" val="370561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5A0AD-394C-D1DE-9C0B-12E6354D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Baseline 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4CC452-BA32-93CF-F7B6-633D1D2E0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337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0AF9F-A165-90A5-87EA-B92510F9F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Verbesserte Modellarchitektur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F12378-69FA-F246-67B5-847F5E0FC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3283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5D5346-0F5B-266D-2664-A69DA493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Verbesserte Trainings-Prozedur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C7A4DA-06A2-2B82-F36D-46F30C0E6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2171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5573A-5FC0-1E3D-596B-D0A73CFA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Hyperparameteroptimierung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AA9E3A-AE51-E091-D1DB-D928902BC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3524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D7AFB-91BF-89D5-4AAC-759E56C6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Finales 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EDAA77-FD75-E3C1-2FF6-FEA80333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161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6C349-531E-29BF-ABC6-0AD5929D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Raum für Verbesserungen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33CA9B-E60F-B61F-C8C0-93D63FE16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887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Breitbild</PresentationFormat>
  <Paragraphs>20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GNNs zur Klassifizierung von MAGIC-Daten</vt:lpstr>
      <vt:lpstr>Aufgabenstellung</vt:lpstr>
      <vt:lpstr>Cleaned Images und Trainingsdaten</vt:lpstr>
      <vt:lpstr>Preprocessing</vt:lpstr>
      <vt:lpstr>GNNs</vt:lpstr>
      <vt:lpstr>Baseline Modell</vt:lpstr>
      <vt:lpstr>Verbesserte Modellarchitektur</vt:lpstr>
      <vt:lpstr>Verbesserte Trainings-Prozedur</vt:lpstr>
      <vt:lpstr>Hyperparameteroptimierung</vt:lpstr>
      <vt:lpstr>Finales Training</vt:lpstr>
      <vt:lpstr>Raum für Verbesserungen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Gerrit Erdt</dc:creator>
  <cp:lastModifiedBy>Gerrit Erdt</cp:lastModifiedBy>
  <cp:revision>9</cp:revision>
  <dcterms:created xsi:type="dcterms:W3CDTF">2026-03-19T13:53:27Z</dcterms:created>
  <dcterms:modified xsi:type="dcterms:W3CDTF">2026-03-19T14:11:51Z</dcterms:modified>
</cp:coreProperties>
</file>