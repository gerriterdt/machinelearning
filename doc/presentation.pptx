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82" r:id="rId3"/>
  </p:sldMasterIdLst>
  <p:notesMasterIdLst>
    <p:notesMasterId r:id="rId26"/>
  </p:notesMasterIdLst>
  <p:sldIdLst>
    <p:sldId id="256" r:id="rId4"/>
    <p:sldId id="269" r:id="rId5"/>
    <p:sldId id="270" r:id="rId6"/>
    <p:sldId id="271" r:id="rId7"/>
    <p:sldId id="285" r:id="rId8"/>
    <p:sldId id="286" r:id="rId9"/>
    <p:sldId id="287" r:id="rId10"/>
    <p:sldId id="275" r:id="rId11"/>
    <p:sldId id="276" r:id="rId12"/>
    <p:sldId id="278" r:id="rId13"/>
    <p:sldId id="279" r:id="rId14"/>
    <p:sldId id="280" r:id="rId15"/>
    <p:sldId id="281" r:id="rId16"/>
    <p:sldId id="288" r:id="rId17"/>
    <p:sldId id="289" r:id="rId18"/>
    <p:sldId id="290" r:id="rId19"/>
    <p:sldId id="292" r:id="rId20"/>
    <p:sldId id="293" r:id="rId21"/>
    <p:sldId id="294" r:id="rId22"/>
    <p:sldId id="297" r:id="rId23"/>
    <p:sldId id="295" r:id="rId24"/>
    <p:sldId id="296" r:id="rId2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8FF"/>
    <a:srgbClr val="DBAEFF"/>
    <a:srgbClr val="D7A4FF"/>
    <a:srgbClr val="D297FF"/>
    <a:srgbClr val="D6A0FF"/>
    <a:srgbClr val="DDB3FF"/>
    <a:srgbClr val="D8A9FF"/>
    <a:srgbClr val="D9A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1286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äumer" userId="81671aefd8c1a908" providerId="LiveId" clId="{F331CFCF-E389-441F-97E2-9B2CC096CD93}"/>
    <pc:docChg chg="undo redo custSel addSld delSld modSld sldOrd delMainMaster">
      <pc:chgData name="Fabian Bäumer" userId="81671aefd8c1a908" providerId="LiveId" clId="{F331CFCF-E389-441F-97E2-9B2CC096CD93}" dt="2026-03-21T18:33:03.019" v="2960" actId="20577"/>
      <pc:docMkLst>
        <pc:docMk/>
      </pc:docMkLst>
      <pc:sldChg chg="addSp delSp modSp mod">
        <pc:chgData name="Fabian Bäumer" userId="81671aefd8c1a908" providerId="LiveId" clId="{F331CFCF-E389-441F-97E2-9B2CC096CD93}" dt="2026-03-21T13:35:14.803" v="2936" actId="790"/>
        <pc:sldMkLst>
          <pc:docMk/>
          <pc:sldMk cId="0" sldId="256"/>
        </pc:sldMkLst>
        <pc:spChg chg="mod">
          <ac:chgData name="Fabian Bäumer" userId="81671aefd8c1a908" providerId="LiveId" clId="{F331CFCF-E389-441F-97E2-9B2CC096CD93}" dt="2026-03-21T13:18:23.598" v="2779" actId="20577"/>
          <ac:spMkLst>
            <pc:docMk/>
            <pc:sldMk cId="0" sldId="256"/>
            <ac:spMk id="1349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54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57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59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61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63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66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67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69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70" creationId="{00000000-0000-0000-0000-000000000000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0" sldId="256"/>
            <ac:spMk id="1371" creationId="{00000000-0000-0000-0000-000000000000}"/>
          </ac:spMkLst>
        </pc:spChg>
        <pc:picChg chg="add del mod">
          <ac:chgData name="Fabian Bäumer" userId="81671aefd8c1a908" providerId="LiveId" clId="{F331CFCF-E389-441F-97E2-9B2CC096CD93}" dt="2026-03-21T13:17:27.527" v="2755" actId="478"/>
          <ac:picMkLst>
            <pc:docMk/>
            <pc:sldMk cId="0" sldId="256"/>
            <ac:picMk id="3" creationId="{AD8DEBF8-F778-78F3-9823-50F3E0B490E7}"/>
          </ac:picMkLst>
        </pc:picChg>
      </pc:sldChg>
      <pc:sldChg chg="del">
        <pc:chgData name="Fabian Bäumer" userId="81671aefd8c1a908" providerId="LiveId" clId="{F331CFCF-E389-441F-97E2-9B2CC096CD93}" dt="2026-03-20T17:38:16.645" v="1876" actId="47"/>
        <pc:sldMkLst>
          <pc:docMk/>
          <pc:sldMk cId="0" sldId="257"/>
        </pc:sldMkLst>
      </pc:sldChg>
      <pc:sldChg chg="del">
        <pc:chgData name="Fabian Bäumer" userId="81671aefd8c1a908" providerId="LiveId" clId="{F331CFCF-E389-441F-97E2-9B2CC096CD93}" dt="2026-03-20T17:38:18.039" v="1877" actId="47"/>
        <pc:sldMkLst>
          <pc:docMk/>
          <pc:sldMk cId="0" sldId="258"/>
        </pc:sldMkLst>
      </pc:sldChg>
      <pc:sldChg chg="del">
        <pc:chgData name="Fabian Bäumer" userId="81671aefd8c1a908" providerId="LiveId" clId="{F331CFCF-E389-441F-97E2-9B2CC096CD93}" dt="2026-03-20T17:38:18.885" v="1878" actId="47"/>
        <pc:sldMkLst>
          <pc:docMk/>
          <pc:sldMk cId="0" sldId="259"/>
        </pc:sldMkLst>
      </pc:sldChg>
      <pc:sldChg chg="del">
        <pc:chgData name="Fabian Bäumer" userId="81671aefd8c1a908" providerId="LiveId" clId="{F331CFCF-E389-441F-97E2-9B2CC096CD93}" dt="2026-03-20T17:38:19.649" v="1879" actId="47"/>
        <pc:sldMkLst>
          <pc:docMk/>
          <pc:sldMk cId="0" sldId="260"/>
        </pc:sldMkLst>
      </pc:sldChg>
      <pc:sldChg chg="del">
        <pc:chgData name="Fabian Bäumer" userId="81671aefd8c1a908" providerId="LiveId" clId="{F331CFCF-E389-441F-97E2-9B2CC096CD93}" dt="2026-03-20T17:38:20.662" v="1880" actId="47"/>
        <pc:sldMkLst>
          <pc:docMk/>
          <pc:sldMk cId="0" sldId="261"/>
        </pc:sldMkLst>
      </pc:sldChg>
      <pc:sldChg chg="del">
        <pc:chgData name="Fabian Bäumer" userId="81671aefd8c1a908" providerId="LiveId" clId="{F331CFCF-E389-441F-97E2-9B2CC096CD93}" dt="2026-03-20T17:38:21.229" v="1881" actId="47"/>
        <pc:sldMkLst>
          <pc:docMk/>
          <pc:sldMk cId="0" sldId="262"/>
        </pc:sldMkLst>
      </pc:sldChg>
      <pc:sldChg chg="del">
        <pc:chgData name="Fabian Bäumer" userId="81671aefd8c1a908" providerId="LiveId" clId="{F331CFCF-E389-441F-97E2-9B2CC096CD93}" dt="2026-03-20T17:38:21.574" v="1882" actId="47"/>
        <pc:sldMkLst>
          <pc:docMk/>
          <pc:sldMk cId="0" sldId="263"/>
        </pc:sldMkLst>
      </pc:sldChg>
      <pc:sldChg chg="del">
        <pc:chgData name="Fabian Bäumer" userId="81671aefd8c1a908" providerId="LiveId" clId="{F331CFCF-E389-441F-97E2-9B2CC096CD93}" dt="2026-03-20T17:38:22.681" v="1883" actId="47"/>
        <pc:sldMkLst>
          <pc:docMk/>
          <pc:sldMk cId="0" sldId="264"/>
        </pc:sldMkLst>
      </pc:sldChg>
      <pc:sldChg chg="del">
        <pc:chgData name="Fabian Bäumer" userId="81671aefd8c1a908" providerId="LiveId" clId="{F331CFCF-E389-441F-97E2-9B2CC096CD93}" dt="2026-03-20T17:38:22.863" v="1884" actId="47"/>
        <pc:sldMkLst>
          <pc:docMk/>
          <pc:sldMk cId="0" sldId="265"/>
        </pc:sldMkLst>
      </pc:sldChg>
      <pc:sldChg chg="del">
        <pc:chgData name="Fabian Bäumer" userId="81671aefd8c1a908" providerId="LiveId" clId="{F331CFCF-E389-441F-97E2-9B2CC096CD93}" dt="2026-03-20T17:38:23.064" v="1885" actId="47"/>
        <pc:sldMkLst>
          <pc:docMk/>
          <pc:sldMk cId="0" sldId="266"/>
        </pc:sldMkLst>
      </pc:sldChg>
      <pc:sldChg chg="add del">
        <pc:chgData name="Fabian Bäumer" userId="81671aefd8c1a908" providerId="LiveId" clId="{F331CFCF-E389-441F-97E2-9B2CC096CD93}" dt="2026-03-20T17:38:35.684" v="1890" actId="47"/>
        <pc:sldMkLst>
          <pc:docMk/>
          <pc:sldMk cId="0" sldId="267"/>
        </pc:sldMkLst>
      </pc:sldChg>
      <pc:sldChg chg="modSp mod modNotesTx">
        <pc:chgData name="Fabian Bäumer" userId="81671aefd8c1a908" providerId="LiveId" clId="{F331CFCF-E389-441F-97E2-9B2CC096CD93}" dt="2026-03-21T13:35:14.803" v="2936" actId="790"/>
        <pc:sldMkLst>
          <pc:docMk/>
          <pc:sldMk cId="1656717583" sldId="269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656717583" sldId="269"/>
            <ac:spMk id="2" creationId="{80477757-870E-D0EC-432B-A846F5B492FF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656717583" sldId="269"/>
            <ac:spMk id="3" creationId="{77CA79DC-FACD-AAD7-5AAF-19BABEE5BFCD}"/>
          </ac:spMkLst>
        </pc:spChg>
      </pc:sldChg>
      <pc:sldChg chg="modSp mod modNotesTx">
        <pc:chgData name="Fabian Bäumer" userId="81671aefd8c1a908" providerId="LiveId" clId="{F331CFCF-E389-441F-97E2-9B2CC096CD93}" dt="2026-03-21T13:35:14.803" v="2936" actId="790"/>
        <pc:sldMkLst>
          <pc:docMk/>
          <pc:sldMk cId="203109018" sldId="270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03109018" sldId="270"/>
            <ac:spMk id="2" creationId="{857EDB6E-57CF-9CC9-6A3E-B6EFD2856257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03109018" sldId="270"/>
            <ac:spMk id="5" creationId="{F2B1F432-D55A-409A-7A69-43952BB397AA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03109018" sldId="270"/>
            <ac:spMk id="6" creationId="{F87FB7B6-B763-B832-785B-FDCE0FE84515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03109018" sldId="270"/>
            <ac:spMk id="7" creationId="{DADF9058-A043-072A-D9CB-C041A92622EC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03109018" sldId="270"/>
            <ac:spMk id="8" creationId="{5A488FAA-3B70-BA3F-D510-1F55A1BF8F08}"/>
          </ac:spMkLst>
        </pc:spChg>
      </pc:sldChg>
      <pc:sldChg chg="addSp delSp modSp mod modNotesTx">
        <pc:chgData name="Fabian Bäumer" userId="81671aefd8c1a908" providerId="LiveId" clId="{F331CFCF-E389-441F-97E2-9B2CC096CD93}" dt="2026-03-21T13:35:14.803" v="2936" actId="790"/>
        <pc:sldMkLst>
          <pc:docMk/>
          <pc:sldMk cId="3528868190" sldId="271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528868190" sldId="271"/>
            <ac:spMk id="2" creationId="{0DD461FB-E53A-44A8-F3C4-BD7ABE2ABF61}"/>
          </ac:spMkLst>
        </pc:spChg>
        <pc:spChg chg="del mod">
          <ac:chgData name="Fabian Bäumer" userId="81671aefd8c1a908" providerId="LiveId" clId="{F331CFCF-E389-441F-97E2-9B2CC096CD93}" dt="2026-03-20T16:27:57.561" v="872" actId="478"/>
          <ac:spMkLst>
            <pc:docMk/>
            <pc:sldMk cId="3528868190" sldId="271"/>
            <ac:spMk id="10" creationId="{ABD08A79-2202-12C5-BD0E-BE7D6EEBB3B8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528868190" sldId="271"/>
            <ac:spMk id="11" creationId="{E3B4C058-66DF-E247-747D-FB72E5198FD5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528868190" sldId="271"/>
            <ac:spMk id="12" creationId="{B584C33C-71AE-5894-C8EF-B6E0C4F2459C}"/>
          </ac:spMkLst>
        </pc:spChg>
        <pc:picChg chg="mod">
          <ac:chgData name="Fabian Bäumer" userId="81671aefd8c1a908" providerId="LiveId" clId="{F331CFCF-E389-441F-97E2-9B2CC096CD93}" dt="2026-03-20T16:25:30.149" v="635" actId="1076"/>
          <ac:picMkLst>
            <pc:docMk/>
            <pc:sldMk cId="3528868190" sldId="271"/>
            <ac:picMk id="9" creationId="{E67CD214-72DC-A361-B77A-B904E9C49361}"/>
          </ac:picMkLst>
        </pc:picChg>
      </pc:sldChg>
      <pc:sldChg chg="del modTransition">
        <pc:chgData name="Fabian Bäumer" userId="81671aefd8c1a908" providerId="LiveId" clId="{F331CFCF-E389-441F-97E2-9B2CC096CD93}" dt="2026-03-20T16:26:44.423" v="773" actId="47"/>
        <pc:sldMkLst>
          <pc:docMk/>
          <pc:sldMk cId="408833432" sldId="272"/>
        </pc:sldMkLst>
      </pc:sldChg>
      <pc:sldChg chg="del modTransition">
        <pc:chgData name="Fabian Bäumer" userId="81671aefd8c1a908" providerId="LiveId" clId="{F331CFCF-E389-441F-97E2-9B2CC096CD93}" dt="2026-03-20T16:29:22.674" v="925" actId="47"/>
        <pc:sldMkLst>
          <pc:docMk/>
          <pc:sldMk cId="893635711" sldId="273"/>
        </pc:sldMkLst>
      </pc:sldChg>
      <pc:sldChg chg="del modTransition">
        <pc:chgData name="Fabian Bäumer" userId="81671aefd8c1a908" providerId="LiveId" clId="{F331CFCF-E389-441F-97E2-9B2CC096CD93}" dt="2026-03-20T16:29:54.060" v="971" actId="47"/>
        <pc:sldMkLst>
          <pc:docMk/>
          <pc:sldMk cId="4205289698" sldId="274"/>
        </pc:sldMkLst>
      </pc:sldChg>
      <pc:sldChg chg="modSp mod modTransition modAnim modNotesTx">
        <pc:chgData name="Fabian Bäumer" userId="81671aefd8c1a908" providerId="LiveId" clId="{F331CFCF-E389-441F-97E2-9B2CC096CD93}" dt="2026-03-21T13:35:14.803" v="2936" actId="790"/>
        <pc:sldMkLst>
          <pc:docMk/>
          <pc:sldMk cId="840217492" sldId="275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840217492" sldId="275"/>
            <ac:spMk id="2" creationId="{849ACA25-164D-4E4E-36F9-C4354502272F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840217492" sldId="275"/>
            <ac:spMk id="11" creationId="{8ED74200-E817-8D1E-967C-8E6DD10BAB95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840217492" sldId="275"/>
            <ac:spMk id="12" creationId="{0E01A597-369E-3FA2-BEE5-15BB7AAA995D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840217492" sldId="275"/>
            <ac:spMk id="13" creationId="{406DE6C2-B4A1-CD91-D9A8-7183E4AEA1A2}"/>
          </ac:spMkLst>
        </pc:spChg>
      </pc:sldChg>
      <pc:sldChg chg="modSp mod modNotesTx">
        <pc:chgData name="Fabian Bäumer" userId="81671aefd8c1a908" providerId="LiveId" clId="{F331CFCF-E389-441F-97E2-9B2CC096CD93}" dt="2026-03-21T13:35:14.803" v="2936" actId="790"/>
        <pc:sldMkLst>
          <pc:docMk/>
          <pc:sldMk cId="1699689621" sldId="276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699689621" sldId="276"/>
            <ac:spMk id="2" creationId="{C0725FD2-E8B4-C498-3F8E-46E126733916}"/>
          </ac:spMkLst>
        </pc:spChg>
      </pc:sldChg>
      <pc:sldChg chg="modSp mod modNotesTx">
        <pc:chgData name="Fabian Bäumer" userId="81671aefd8c1a908" providerId="LiveId" clId="{F331CFCF-E389-441F-97E2-9B2CC096CD93}" dt="2026-03-21T13:35:14.803" v="2936" actId="790"/>
        <pc:sldMkLst>
          <pc:docMk/>
          <pc:sldMk cId="1670069689" sldId="278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670069689" sldId="278"/>
            <ac:spMk id="2" creationId="{BBD11D9C-7F38-0D22-8112-6BA7ACFFF414}"/>
          </ac:spMkLst>
        </pc:spChg>
      </pc:sldChg>
      <pc:sldChg chg="modSp mod modNotesTx">
        <pc:chgData name="Fabian Bäumer" userId="81671aefd8c1a908" providerId="LiveId" clId="{F331CFCF-E389-441F-97E2-9B2CC096CD93}" dt="2026-03-21T13:35:14.803" v="2936" actId="790"/>
        <pc:sldMkLst>
          <pc:docMk/>
          <pc:sldMk cId="2636630730" sldId="279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636630730" sldId="279"/>
            <ac:spMk id="2" creationId="{9DA4DDA9-343E-41E8-40D4-68570A459BD2}"/>
          </ac:spMkLst>
        </pc:spChg>
      </pc:sldChg>
      <pc:sldChg chg="modSp mod modNotesTx">
        <pc:chgData name="Fabian Bäumer" userId="81671aefd8c1a908" providerId="LiveId" clId="{F331CFCF-E389-441F-97E2-9B2CC096CD93}" dt="2026-03-21T14:24:20.678" v="2939"/>
        <pc:sldMkLst>
          <pc:docMk/>
          <pc:sldMk cId="3394474077" sldId="280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394474077" sldId="280"/>
            <ac:spMk id="2" creationId="{51180F90-5441-45CB-38F9-A88CF18D871F}"/>
          </ac:spMkLst>
        </pc:spChg>
        <pc:spChg chg="mod">
          <ac:chgData name="Fabian Bäumer" userId="81671aefd8c1a908" providerId="LiveId" clId="{F331CFCF-E389-441F-97E2-9B2CC096CD93}" dt="2026-03-21T14:24:20.678" v="2939"/>
          <ac:spMkLst>
            <pc:docMk/>
            <pc:sldMk cId="3394474077" sldId="280"/>
            <ac:spMk id="3" creationId="{51FB95A3-D2C0-5E29-372F-A03E864BA5D3}"/>
          </ac:spMkLst>
        </pc:spChg>
      </pc:sldChg>
      <pc:sldChg chg="addSp modSp mod modNotesTx">
        <pc:chgData name="Fabian Bäumer" userId="81671aefd8c1a908" providerId="LiveId" clId="{F331CFCF-E389-441F-97E2-9B2CC096CD93}" dt="2026-03-21T13:35:14.803" v="2936" actId="790"/>
        <pc:sldMkLst>
          <pc:docMk/>
          <pc:sldMk cId="2543933901" sldId="281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543933901" sldId="281"/>
            <ac:spMk id="2" creationId="{8D8B86B7-68D6-725A-5EAC-0A83B7DB323E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543933901" sldId="281"/>
            <ac:spMk id="3" creationId="{8D449C0E-CAD4-14A9-CD57-916BCDA70F5E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2543933901" sldId="281"/>
            <ac:spMk id="13" creationId="{D9BB22D5-0AA6-012D-2C15-94C6C699377C}"/>
          </ac:spMkLst>
        </pc:spChg>
      </pc:sldChg>
      <pc:sldChg chg="addSp modSp add del mod modTransition">
        <pc:chgData name="Fabian Bäumer" userId="81671aefd8c1a908" providerId="LiveId" clId="{F331CFCF-E389-441F-97E2-9B2CC096CD93}" dt="2026-03-20T16:33:46.873" v="1093" actId="47"/>
        <pc:sldMkLst>
          <pc:docMk/>
          <pc:sldMk cId="1046173722" sldId="282"/>
        </pc:sldMkLst>
        <pc:spChg chg="mod">
          <ac:chgData name="Fabian Bäumer" userId="81671aefd8c1a908" providerId="LiveId" clId="{F331CFCF-E389-441F-97E2-9B2CC096CD93}" dt="2026-03-20T16:16:01.611" v="336" actId="20577"/>
          <ac:spMkLst>
            <pc:docMk/>
            <pc:sldMk cId="1046173722" sldId="282"/>
            <ac:spMk id="3" creationId="{DA3388DD-47B9-2BF0-6706-C2A1F525BEA3}"/>
          </ac:spMkLst>
        </pc:spChg>
        <pc:spChg chg="add mod">
          <ac:chgData name="Fabian Bäumer" userId="81671aefd8c1a908" providerId="LiveId" clId="{F331CFCF-E389-441F-97E2-9B2CC096CD93}" dt="2026-03-20T16:17:28.224" v="342" actId="14100"/>
          <ac:spMkLst>
            <pc:docMk/>
            <pc:sldMk cId="1046173722" sldId="282"/>
            <ac:spMk id="4" creationId="{A3FFFB9B-68CA-869F-1E2D-72BF7C1F0797}"/>
          </ac:spMkLst>
        </pc:spChg>
        <pc:spChg chg="add mod">
          <ac:chgData name="Fabian Bäumer" userId="81671aefd8c1a908" providerId="LiveId" clId="{F331CFCF-E389-441F-97E2-9B2CC096CD93}" dt="2026-03-20T16:23:20.302" v="622" actId="14100"/>
          <ac:spMkLst>
            <pc:docMk/>
            <pc:sldMk cId="1046173722" sldId="282"/>
            <ac:spMk id="5" creationId="{ADF1FF13-9544-397C-AB59-C62303CD0F0C}"/>
          </ac:spMkLst>
        </pc:spChg>
        <pc:picChg chg="mod">
          <ac:chgData name="Fabian Bäumer" userId="81671aefd8c1a908" providerId="LiveId" clId="{F331CFCF-E389-441F-97E2-9B2CC096CD93}" dt="2026-03-20T16:07:18.731" v="63" actId="1076"/>
          <ac:picMkLst>
            <pc:docMk/>
            <pc:sldMk cId="1046173722" sldId="282"/>
            <ac:picMk id="12" creationId="{0E42867E-5D8E-A898-B380-295C192547FF}"/>
          </ac:picMkLst>
        </pc:picChg>
      </pc:sldChg>
      <pc:sldChg chg="addSp delSp modSp add del mod">
        <pc:chgData name="Fabian Bäumer" userId="81671aefd8c1a908" providerId="LiveId" clId="{F331CFCF-E389-441F-97E2-9B2CC096CD93}" dt="2026-03-20T16:34:33.915" v="1200" actId="2696"/>
        <pc:sldMkLst>
          <pc:docMk/>
          <pc:sldMk cId="3979964061" sldId="283"/>
        </pc:sldMkLst>
        <pc:spChg chg="mod">
          <ac:chgData name="Fabian Bäumer" userId="81671aefd8c1a908" providerId="LiveId" clId="{F331CFCF-E389-441F-97E2-9B2CC096CD93}" dt="2026-03-20T16:21:00.536" v="536" actId="14100"/>
          <ac:spMkLst>
            <pc:docMk/>
            <pc:sldMk cId="3979964061" sldId="283"/>
            <ac:spMk id="3" creationId="{BEBAF674-612B-90C5-20BA-CB351E2DC7B9}"/>
          </ac:spMkLst>
        </pc:spChg>
        <pc:spChg chg="del">
          <ac:chgData name="Fabian Bäumer" userId="81671aefd8c1a908" providerId="LiveId" clId="{F331CFCF-E389-441F-97E2-9B2CC096CD93}" dt="2026-03-20T16:18:24.087" v="347" actId="478"/>
          <ac:spMkLst>
            <pc:docMk/>
            <pc:sldMk cId="3979964061" sldId="283"/>
            <ac:spMk id="4" creationId="{5B61A9E7-E1AA-D1E4-0792-18C067203A36}"/>
          </ac:spMkLst>
        </pc:spChg>
        <pc:spChg chg="add mod">
          <ac:chgData name="Fabian Bäumer" userId="81671aefd8c1a908" providerId="LiveId" clId="{F331CFCF-E389-441F-97E2-9B2CC096CD93}" dt="2026-03-20T16:23:41.200" v="627" actId="14100"/>
          <ac:spMkLst>
            <pc:docMk/>
            <pc:sldMk cId="3979964061" sldId="283"/>
            <ac:spMk id="5" creationId="{486F8F76-3552-517F-8B80-69844CC9C80A}"/>
          </ac:spMkLst>
        </pc:spChg>
        <pc:picChg chg="mod">
          <ac:chgData name="Fabian Bäumer" userId="81671aefd8c1a908" providerId="LiveId" clId="{F331CFCF-E389-441F-97E2-9B2CC096CD93}" dt="2026-03-20T16:18:13.014" v="346" actId="1076"/>
          <ac:picMkLst>
            <pc:docMk/>
            <pc:sldMk cId="3979964061" sldId="283"/>
            <ac:picMk id="12" creationId="{DCDE4D42-55A8-7EE0-20D8-4A1E4EBCD5A5}"/>
          </ac:picMkLst>
        </pc:picChg>
      </pc:sldChg>
      <pc:sldChg chg="addSp modSp add del mod">
        <pc:chgData name="Fabian Bäumer" userId="81671aefd8c1a908" providerId="LiveId" clId="{F331CFCF-E389-441F-97E2-9B2CC096CD93}" dt="2026-03-20T16:35:31.342" v="1268" actId="47"/>
        <pc:sldMkLst>
          <pc:docMk/>
          <pc:sldMk cId="2498183238" sldId="284"/>
        </pc:sldMkLst>
        <pc:spChg chg="mod">
          <ac:chgData name="Fabian Bäumer" userId="81671aefd8c1a908" providerId="LiveId" clId="{F331CFCF-E389-441F-97E2-9B2CC096CD93}" dt="2026-03-20T16:22:15.477" v="613" actId="20577"/>
          <ac:spMkLst>
            <pc:docMk/>
            <pc:sldMk cId="2498183238" sldId="284"/>
            <ac:spMk id="3" creationId="{9CAB2B1F-D7AC-74A8-45A0-A8D9F718337D}"/>
          </ac:spMkLst>
        </pc:spChg>
        <pc:spChg chg="add mod">
          <ac:chgData name="Fabian Bäumer" userId="81671aefd8c1a908" providerId="LiveId" clId="{F331CFCF-E389-441F-97E2-9B2CC096CD93}" dt="2026-03-20T16:23:58.195" v="630" actId="14100"/>
          <ac:spMkLst>
            <pc:docMk/>
            <pc:sldMk cId="2498183238" sldId="284"/>
            <ac:spMk id="4" creationId="{D11B6E9A-A208-F96F-0215-531B776B63D3}"/>
          </ac:spMkLst>
        </pc:spChg>
        <pc:picChg chg="mod">
          <ac:chgData name="Fabian Bäumer" userId="81671aefd8c1a908" providerId="LiveId" clId="{F331CFCF-E389-441F-97E2-9B2CC096CD93}" dt="2026-03-20T16:21:30.195" v="538" actId="1076"/>
          <ac:picMkLst>
            <pc:docMk/>
            <pc:sldMk cId="2498183238" sldId="284"/>
            <ac:picMk id="12" creationId="{47D806B4-6818-18C4-D4D8-820AC9E04960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3209707868" sldId="285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209707868" sldId="285"/>
            <ac:spMk id="2" creationId="{6139C86A-BE72-93F6-6F3D-5DCA2580B207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209707868" sldId="285"/>
            <ac:spMk id="3" creationId="{762F87AF-3D40-0CF2-C3D2-DE8131A262B2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209707868" sldId="285"/>
            <ac:spMk id="4" creationId="{2DA0B837-2E23-6D12-A8E0-D0219246410B}"/>
          </ac:spMkLst>
        </pc:spChg>
        <pc:spChg chg="del">
          <ac:chgData name="Fabian Bäumer" userId="81671aefd8c1a908" providerId="LiveId" clId="{F331CFCF-E389-441F-97E2-9B2CC096CD93}" dt="2026-03-20T16:26:32.253" v="770" actId="478"/>
          <ac:spMkLst>
            <pc:docMk/>
            <pc:sldMk cId="3209707868" sldId="285"/>
            <ac:spMk id="10" creationId="{8799C6A8-4910-E3D7-F926-945234847950}"/>
          </ac:spMkLst>
        </pc:spChg>
        <pc:picChg chg="mod">
          <ac:chgData name="Fabian Bäumer" userId="81671aefd8c1a908" providerId="LiveId" clId="{F331CFCF-E389-441F-97E2-9B2CC096CD93}" dt="2026-03-20T16:26:22.081" v="769" actId="1036"/>
          <ac:picMkLst>
            <pc:docMk/>
            <pc:sldMk cId="3209707868" sldId="285"/>
            <ac:picMk id="9" creationId="{3610E4E0-B98B-3E6C-FBDB-380D33BFC03D}"/>
          </ac:picMkLst>
        </pc:picChg>
      </pc:sldChg>
      <pc:sldChg chg="delSp modSp add del mod">
        <pc:chgData name="Fabian Bäumer" userId="81671aefd8c1a908" providerId="LiveId" clId="{F331CFCF-E389-441F-97E2-9B2CC096CD93}" dt="2026-03-20T16:25:51.743" v="639" actId="47"/>
        <pc:sldMkLst>
          <pc:docMk/>
          <pc:sldMk cId="4013661203" sldId="285"/>
        </pc:sldMkLst>
        <pc:picChg chg="del mod">
          <ac:chgData name="Fabian Bäumer" userId="81671aefd8c1a908" providerId="LiveId" clId="{F331CFCF-E389-441F-97E2-9B2CC096CD93}" dt="2026-03-20T16:25:50.073" v="638" actId="478"/>
          <ac:picMkLst>
            <pc:docMk/>
            <pc:sldMk cId="4013661203" sldId="285"/>
            <ac:picMk id="9" creationId="{56B374E6-25A6-B6F7-7769-199443B32261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2647709203" sldId="286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647709203" sldId="286"/>
            <ac:spMk id="2" creationId="{ACF9D42B-E0CA-E8F7-5B16-5315861C719D}"/>
          </ac:spMkLst>
        </pc:spChg>
        <pc:spChg chg="del">
          <ac:chgData name="Fabian Bäumer" userId="81671aefd8c1a908" providerId="LiveId" clId="{F331CFCF-E389-441F-97E2-9B2CC096CD93}" dt="2026-03-20T16:27:05.710" v="867" actId="478"/>
          <ac:spMkLst>
            <pc:docMk/>
            <pc:sldMk cId="2647709203" sldId="286"/>
            <ac:spMk id="3" creationId="{C09ADD24-4991-4F9F-149C-203E4C058AED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2647709203" sldId="286"/>
            <ac:spMk id="4" creationId="{15BF2BFC-426E-48DD-30F5-49A5FA3862E4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2647709203" sldId="286"/>
            <ac:spMk id="5" creationId="{F01CAF63-761A-44C2-C0DE-9AED9ABFA381}"/>
          </ac:spMkLst>
        </pc:spChg>
        <pc:picChg chg="mod">
          <ac:chgData name="Fabian Bäumer" userId="81671aefd8c1a908" providerId="LiveId" clId="{F331CFCF-E389-441F-97E2-9B2CC096CD93}" dt="2026-03-20T16:29:16.496" v="924" actId="1035"/>
          <ac:picMkLst>
            <pc:docMk/>
            <pc:sldMk cId="2647709203" sldId="286"/>
            <ac:picMk id="9" creationId="{17322985-1DA9-5275-4F45-9D345F26B5BA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3551035684" sldId="287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551035684" sldId="287"/>
            <ac:spMk id="2" creationId="{D74EBDAE-CE9F-4FC0-7CBE-FA3F2D26AE59}"/>
          </ac:spMkLst>
        </pc:spChg>
        <pc:spChg chg="add mod">
          <ac:chgData name="Fabian Bäumer" userId="81671aefd8c1a908" providerId="LiveId" clId="{F331CFCF-E389-441F-97E2-9B2CC096CD93}" dt="2026-03-20T16:29:41.883" v="968"/>
          <ac:spMkLst>
            <pc:docMk/>
            <pc:sldMk cId="3551035684" sldId="287"/>
            <ac:spMk id="3" creationId="{10506CC2-A3A2-94F3-AAA3-C713B42FA7F3}"/>
          </ac:spMkLst>
        </pc:spChg>
        <pc:spChg chg="del">
          <ac:chgData name="Fabian Bäumer" userId="81671aefd8c1a908" providerId="LiveId" clId="{F331CFCF-E389-441F-97E2-9B2CC096CD93}" dt="2026-03-20T16:29:46.873" v="969" actId="478"/>
          <ac:spMkLst>
            <pc:docMk/>
            <pc:sldMk cId="3551035684" sldId="287"/>
            <ac:spMk id="4" creationId="{F2092C0D-D94D-6E98-1F31-6EB5DD51D018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551035684" sldId="287"/>
            <ac:spMk id="5" creationId="{97368E77-3276-68AE-39C3-BD4852F24D94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551035684" sldId="287"/>
            <ac:spMk id="6" creationId="{45A24FC2-85A2-1C2E-424F-662352F04A07}"/>
          </ac:spMkLst>
        </pc:spChg>
        <pc:picChg chg="mod">
          <ac:chgData name="Fabian Bäumer" userId="81671aefd8c1a908" providerId="LiveId" clId="{F331CFCF-E389-441F-97E2-9B2CC096CD93}" dt="2026-03-20T16:29:34.006" v="967" actId="1035"/>
          <ac:picMkLst>
            <pc:docMk/>
            <pc:sldMk cId="3551035684" sldId="287"/>
            <ac:picMk id="9" creationId="{F48D5C0A-0413-A830-99C3-9491259E0A7F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303135152" sldId="288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03135152" sldId="288"/>
            <ac:spMk id="2" creationId="{6AE20722-A4BE-2679-F00A-85EAEF044EA9}"/>
          </ac:spMkLst>
        </pc:spChg>
        <pc:spChg chg="del">
          <ac:chgData name="Fabian Bäumer" userId="81671aefd8c1a908" providerId="LiveId" clId="{F331CFCF-E389-441F-97E2-9B2CC096CD93}" dt="2026-03-20T16:33:37.257" v="1090" actId="478"/>
          <ac:spMkLst>
            <pc:docMk/>
            <pc:sldMk cId="303135152" sldId="288"/>
            <ac:spMk id="3" creationId="{8806CD97-A364-92B7-CE64-442DA1BFA145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03135152" sldId="288"/>
            <ac:spMk id="4" creationId="{F62503B8-1670-668C-9943-20407BF6527A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303135152" sldId="288"/>
            <ac:spMk id="5" creationId="{7F60CBBA-4C1D-4452-B187-6F2681F491E7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03135152" sldId="288"/>
            <ac:spMk id="13" creationId="{85B300AC-B3CD-45A8-8166-05F730034119}"/>
          </ac:spMkLst>
        </pc:spChg>
        <pc:picChg chg="mod">
          <ac:chgData name="Fabian Bäumer" userId="81671aefd8c1a908" providerId="LiveId" clId="{F331CFCF-E389-441F-97E2-9B2CC096CD93}" dt="2026-03-20T16:33:20.367" v="1087" actId="1036"/>
          <ac:picMkLst>
            <pc:docMk/>
            <pc:sldMk cId="303135152" sldId="288"/>
            <ac:picMk id="12" creationId="{C751C84F-535D-68E6-0814-AC3563269943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1992726970" sldId="289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992726970" sldId="289"/>
            <ac:spMk id="2" creationId="{B67D92AE-59C6-BD78-3E09-A262430CFBD5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1992726970" sldId="289"/>
            <ac:spMk id="3" creationId="{E0054A0A-3715-94D9-2C68-0A6DB439BFB4}"/>
          </ac:spMkLst>
        </pc:spChg>
        <pc:spChg chg="del">
          <ac:chgData name="Fabian Bäumer" userId="81671aefd8c1a908" providerId="LiveId" clId="{F331CFCF-E389-441F-97E2-9B2CC096CD93}" dt="2026-03-20T16:34:23.901" v="1197" actId="478"/>
          <ac:spMkLst>
            <pc:docMk/>
            <pc:sldMk cId="1992726970" sldId="289"/>
            <ac:spMk id="4" creationId="{ED61EAAD-9071-5830-AF5C-5DDA72BC5CA3}"/>
          </ac:spMkLst>
        </pc:spChg>
        <pc:spChg chg="del">
          <ac:chgData name="Fabian Bäumer" userId="81671aefd8c1a908" providerId="LiveId" clId="{F331CFCF-E389-441F-97E2-9B2CC096CD93}" dt="2026-03-20T16:34:24.756" v="1198" actId="478"/>
          <ac:spMkLst>
            <pc:docMk/>
            <pc:sldMk cId="1992726970" sldId="289"/>
            <ac:spMk id="5" creationId="{1A458A18-0D33-97EE-B27F-F5F4391A4FB4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992726970" sldId="289"/>
            <ac:spMk id="13" creationId="{227D06B3-C260-01FC-D9FD-762036EE6BFB}"/>
          </ac:spMkLst>
        </pc:spChg>
        <pc:picChg chg="mod">
          <ac:chgData name="Fabian Bäumer" userId="81671aefd8c1a908" providerId="LiveId" clId="{F331CFCF-E389-441F-97E2-9B2CC096CD93}" dt="2026-03-20T16:34:08.461" v="1194" actId="1036"/>
          <ac:picMkLst>
            <pc:docMk/>
            <pc:sldMk cId="1992726970" sldId="289"/>
            <ac:picMk id="12" creationId="{2F5C1A76-BCA1-A679-ACB9-88BB8E4E8473}"/>
          </ac:picMkLst>
        </pc:picChg>
      </pc:sldChg>
      <pc:sldChg chg="addSp delSp modSp add mod modTransition modNotesTx">
        <pc:chgData name="Fabian Bäumer" userId="81671aefd8c1a908" providerId="LiveId" clId="{F331CFCF-E389-441F-97E2-9B2CC096CD93}" dt="2026-03-21T13:35:14.803" v="2936" actId="790"/>
        <pc:sldMkLst>
          <pc:docMk/>
          <pc:sldMk cId="2259389084" sldId="290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259389084" sldId="290"/>
            <ac:spMk id="2" creationId="{8F43D73F-DE80-C33C-3B40-1BD7584F7D3B}"/>
          </ac:spMkLst>
        </pc:spChg>
        <pc:spChg chg="del">
          <ac:chgData name="Fabian Bäumer" userId="81671aefd8c1a908" providerId="LiveId" clId="{F331CFCF-E389-441F-97E2-9B2CC096CD93}" dt="2026-03-20T16:35:25.977" v="1266" actId="478"/>
          <ac:spMkLst>
            <pc:docMk/>
            <pc:sldMk cId="2259389084" sldId="290"/>
            <ac:spMk id="3" creationId="{BB455DBB-E21F-3AB2-76AD-E49BEF4AAEBC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2259389084" sldId="290"/>
            <ac:spMk id="4" creationId="{8B8B3188-0685-39A7-ACC4-B99483806343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259389084" sldId="290"/>
            <ac:spMk id="13" creationId="{B852C25C-7229-FF46-AEB5-DBD6E0F3B00F}"/>
          </ac:spMkLst>
        </pc:spChg>
        <pc:picChg chg="mod">
          <ac:chgData name="Fabian Bäumer" userId="81671aefd8c1a908" providerId="LiveId" clId="{F331CFCF-E389-441F-97E2-9B2CC096CD93}" dt="2026-03-20T16:35:05.668" v="1264" actId="1035"/>
          <ac:picMkLst>
            <pc:docMk/>
            <pc:sldMk cId="2259389084" sldId="290"/>
            <ac:picMk id="12" creationId="{D71D50E0-1F62-4B9E-4615-41A13A26C5C6}"/>
          </ac:picMkLst>
        </pc:picChg>
      </pc:sldChg>
      <pc:sldChg chg="addSp delSp modSp add del mod ord addAnim delAnim modAnim">
        <pc:chgData name="Fabian Bäumer" userId="81671aefd8c1a908" providerId="LiveId" clId="{F331CFCF-E389-441F-97E2-9B2CC096CD93}" dt="2026-03-20T16:58:50.813" v="1875" actId="47"/>
        <pc:sldMkLst>
          <pc:docMk/>
          <pc:sldMk cId="1732179019" sldId="291"/>
        </pc:sldMkLst>
        <pc:spChg chg="mod">
          <ac:chgData name="Fabian Bäumer" userId="81671aefd8c1a908" providerId="LiveId" clId="{F331CFCF-E389-441F-97E2-9B2CC096CD93}" dt="2026-03-20T16:40:45.526" v="1370" actId="20577"/>
          <ac:spMkLst>
            <pc:docMk/>
            <pc:sldMk cId="1732179019" sldId="291"/>
            <ac:spMk id="2" creationId="{F75A9472-50F5-F29C-91E2-F70EA939CC46}"/>
          </ac:spMkLst>
        </pc:spChg>
        <pc:spChg chg="del mod">
          <ac:chgData name="Fabian Bäumer" userId="81671aefd8c1a908" providerId="LiveId" clId="{F331CFCF-E389-441F-97E2-9B2CC096CD93}" dt="2026-03-20T16:53:45.658" v="1714" actId="478"/>
          <ac:spMkLst>
            <pc:docMk/>
            <pc:sldMk cId="1732179019" sldId="291"/>
            <ac:spMk id="3" creationId="{238BF6AC-DD34-C32B-6CBF-380C93B5DDF3}"/>
          </ac:spMkLst>
        </pc:spChg>
        <pc:spChg chg="add mod">
          <ac:chgData name="Fabian Bäumer" userId="81671aefd8c1a908" providerId="LiveId" clId="{F331CFCF-E389-441F-97E2-9B2CC096CD93}" dt="2026-03-20T16:49:56.022" v="1611" actId="1076"/>
          <ac:spMkLst>
            <pc:docMk/>
            <pc:sldMk cId="1732179019" sldId="291"/>
            <ac:spMk id="9" creationId="{785B8EB9-E90F-6E24-F7E8-2A127FC5B630}"/>
          </ac:spMkLst>
        </pc:spChg>
        <pc:spChg chg="add mod">
          <ac:chgData name="Fabian Bäumer" userId="81671aefd8c1a908" providerId="LiveId" clId="{F331CFCF-E389-441F-97E2-9B2CC096CD93}" dt="2026-03-20T16:51:36.850" v="1668" actId="1076"/>
          <ac:spMkLst>
            <pc:docMk/>
            <pc:sldMk cId="1732179019" sldId="291"/>
            <ac:spMk id="11" creationId="{252E2872-109C-7059-8DDD-48657DD71DCA}"/>
          </ac:spMkLst>
        </pc:spChg>
        <pc:spChg chg="add mod">
          <ac:chgData name="Fabian Bäumer" userId="81671aefd8c1a908" providerId="LiveId" clId="{F331CFCF-E389-441F-97E2-9B2CC096CD93}" dt="2026-03-20T16:51:40.227" v="1669" actId="1076"/>
          <ac:spMkLst>
            <pc:docMk/>
            <pc:sldMk cId="1732179019" sldId="291"/>
            <ac:spMk id="15" creationId="{7E663103-2169-0CC8-7EFD-970B4839828C}"/>
          </ac:spMkLst>
        </pc:spChg>
        <pc:spChg chg="add mod">
          <ac:chgData name="Fabian Bäumer" userId="81671aefd8c1a908" providerId="LiveId" clId="{F331CFCF-E389-441F-97E2-9B2CC096CD93}" dt="2026-03-20T16:52:11.631" v="1693" actId="20577"/>
          <ac:spMkLst>
            <pc:docMk/>
            <pc:sldMk cId="1732179019" sldId="291"/>
            <ac:spMk id="23" creationId="{80870A1E-C7C4-A375-9268-FAE5842E28FC}"/>
          </ac:spMkLst>
        </pc:spChg>
        <pc:spChg chg="add mod">
          <ac:chgData name="Fabian Bäumer" userId="81671aefd8c1a908" providerId="LiveId" clId="{F331CFCF-E389-441F-97E2-9B2CC096CD93}" dt="2026-03-20T16:53:19.353" v="1705" actId="1582"/>
          <ac:spMkLst>
            <pc:docMk/>
            <pc:sldMk cId="1732179019" sldId="291"/>
            <ac:spMk id="26" creationId="{CA6EE10D-9CAD-B435-3ABB-1EC9F03393D3}"/>
          </ac:spMkLst>
        </pc:spChg>
        <pc:spChg chg="add mod">
          <ac:chgData name="Fabian Bäumer" userId="81671aefd8c1a908" providerId="LiveId" clId="{F331CFCF-E389-441F-97E2-9B2CC096CD93}" dt="2026-03-20T16:53:58.653" v="1718" actId="404"/>
          <ac:spMkLst>
            <pc:docMk/>
            <pc:sldMk cId="1732179019" sldId="291"/>
            <ac:spMk id="28" creationId="{008A5319-9BB5-47AF-3980-38C0775756AF}"/>
          </ac:spMkLst>
        </pc:spChg>
        <pc:spChg chg="add mod">
          <ac:chgData name="Fabian Bäumer" userId="81671aefd8c1a908" providerId="LiveId" clId="{F331CFCF-E389-441F-97E2-9B2CC096CD93}" dt="2026-03-20T16:54:12.229" v="1738" actId="20577"/>
          <ac:spMkLst>
            <pc:docMk/>
            <pc:sldMk cId="1732179019" sldId="291"/>
            <ac:spMk id="29" creationId="{CDE0B500-372B-9826-D88D-1D092F9DE380}"/>
          </ac:spMkLst>
        </pc:spChg>
        <pc:picChg chg="add mod">
          <ac:chgData name="Fabian Bäumer" userId="81671aefd8c1a908" providerId="LiveId" clId="{F331CFCF-E389-441F-97E2-9B2CC096CD93}" dt="2026-03-20T16:45:43.370" v="1433" actId="1076"/>
          <ac:picMkLst>
            <pc:docMk/>
            <pc:sldMk cId="1732179019" sldId="291"/>
            <ac:picMk id="4" creationId="{2C4D2536-C5CE-1715-0EA1-E70C4A72C4F3}"/>
          </ac:picMkLst>
        </pc:picChg>
        <pc:cxnChg chg="add mod">
          <ac:chgData name="Fabian Bäumer" userId="81671aefd8c1a908" providerId="LiveId" clId="{F331CFCF-E389-441F-97E2-9B2CC096CD93}" dt="2026-03-20T16:49:59.102" v="1612" actId="14100"/>
          <ac:cxnSpMkLst>
            <pc:docMk/>
            <pc:sldMk cId="1732179019" sldId="291"/>
            <ac:cxnSpMk id="6" creationId="{4FE9DE18-58E2-F0C5-11C1-286E2F938C01}"/>
          </ac:cxnSpMkLst>
        </pc:cxnChg>
        <pc:cxnChg chg="add mod">
          <ac:chgData name="Fabian Bäumer" userId="81671aefd8c1a908" providerId="LiveId" clId="{F331CFCF-E389-441F-97E2-9B2CC096CD93}" dt="2026-03-20T16:51:51.742" v="1673" actId="14100"/>
          <ac:cxnSpMkLst>
            <pc:docMk/>
            <pc:sldMk cId="1732179019" sldId="291"/>
            <ac:cxnSpMk id="12" creationId="{E9002BB8-7650-2EC9-4FED-09164AB112CF}"/>
          </ac:cxnSpMkLst>
        </pc:cxnChg>
        <pc:cxnChg chg="add mod">
          <ac:chgData name="Fabian Bäumer" userId="81671aefd8c1a908" providerId="LiveId" clId="{F331CFCF-E389-441F-97E2-9B2CC096CD93}" dt="2026-03-20T16:51:44.868" v="1671" actId="14100"/>
          <ac:cxnSpMkLst>
            <pc:docMk/>
            <pc:sldMk cId="1732179019" sldId="291"/>
            <ac:cxnSpMk id="18" creationId="{3F9565D1-CC86-4942-5E8A-D079E5DAD5FB}"/>
          </ac:cxnSpMkLst>
        </pc:cxnChg>
        <pc:cxnChg chg="add mod">
          <ac:chgData name="Fabian Bäumer" userId="81671aefd8c1a908" providerId="LiveId" clId="{F331CFCF-E389-441F-97E2-9B2CC096CD93}" dt="2026-03-20T16:53:11.540" v="1704" actId="14100"/>
          <ac:cxnSpMkLst>
            <pc:docMk/>
            <pc:sldMk cId="1732179019" sldId="291"/>
            <ac:cxnSpMk id="24" creationId="{74AE7907-AFAB-1469-79CE-BAD854B9C58F}"/>
          </ac:cxnSpMkLst>
        </pc:cxnChg>
      </pc:sldChg>
      <pc:sldChg chg="add del">
        <pc:chgData name="Fabian Bäumer" userId="81671aefd8c1a908" providerId="LiveId" clId="{F331CFCF-E389-441F-97E2-9B2CC096CD93}" dt="2026-03-20T16:39:07.998" v="1275" actId="47"/>
        <pc:sldMkLst>
          <pc:docMk/>
          <pc:sldMk cId="3300446838" sldId="291"/>
        </pc:sldMkLst>
      </pc:sldChg>
      <pc:sldChg chg="addSp modSp add del mod addAnim delAnim modAnim modNotesTx">
        <pc:chgData name="Fabian Bäumer" userId="81671aefd8c1a908" providerId="LiveId" clId="{F331CFCF-E389-441F-97E2-9B2CC096CD93}" dt="2026-03-21T13:35:14.803" v="2936" actId="790"/>
        <pc:sldMkLst>
          <pc:docMk/>
          <pc:sldMk cId="2155866715" sldId="292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2" creationId="{704F6354-3025-42B1-A87D-F5BC6C9D98B8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3" creationId="{84135F6C-BABC-ABC0-FEA5-E8DD390A30CF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9" creationId="{9408B905-5BCA-52D2-2ED0-B1CAF4DCD5E9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11" creationId="{0A5C78C3-719B-AA3A-E444-1E9C0902FB0A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15" creationId="{A21919C9-5221-F69C-B693-0E5FEF1E87A1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23" creationId="{F0F2A22E-9D34-7445-740C-A81FD324BE4D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26" creationId="{4D2483A7-71A9-48E2-86F4-42DB38A916E6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28" creationId="{2CDF2E65-9BC0-B639-3904-785DD35CB848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2155866715" sldId="292"/>
            <ac:spMk id="29" creationId="{D9274686-F522-5A2A-B3FD-BB7495E5291C}"/>
          </ac:spMkLst>
        </pc:spChg>
      </pc:sldChg>
      <pc:sldChg chg="addSp delSp modSp add mod ord modNotesTx">
        <pc:chgData name="Fabian Bäumer" userId="81671aefd8c1a908" providerId="LiveId" clId="{F331CFCF-E389-441F-97E2-9B2CC096CD93}" dt="2026-03-21T14:35:37.920" v="2940" actId="20577"/>
        <pc:sldMkLst>
          <pc:docMk/>
          <pc:sldMk cId="3393595840" sldId="293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3393595840" sldId="293"/>
            <ac:spMk id="2" creationId="{2634E233-08D9-D13A-DC7F-B2CE45F01B86}"/>
          </ac:spMkLst>
        </pc:spChg>
        <pc:spChg chg="mod">
          <ac:chgData name="Fabian Bäumer" userId="81671aefd8c1a908" providerId="LiveId" clId="{F331CFCF-E389-441F-97E2-9B2CC096CD93}" dt="2026-03-21T14:35:37.920" v="2940" actId="20577"/>
          <ac:spMkLst>
            <pc:docMk/>
            <pc:sldMk cId="3393595840" sldId="293"/>
            <ac:spMk id="3" creationId="{CAC89CA8-2C63-5373-7D45-F832D9790D2A}"/>
          </ac:spMkLst>
        </pc:spChg>
        <pc:picChg chg="add del mod">
          <ac:chgData name="Fabian Bäumer" userId="81671aefd8c1a908" providerId="LiveId" clId="{F331CFCF-E389-441F-97E2-9B2CC096CD93}" dt="2026-03-21T12:32:43.906" v="1941" actId="478"/>
          <ac:picMkLst>
            <pc:docMk/>
            <pc:sldMk cId="3393595840" sldId="293"/>
            <ac:picMk id="4" creationId="{DD6AAD8E-6CC5-FEEF-9656-9ACCFAAD0441}"/>
          </ac:picMkLst>
        </pc:picChg>
        <pc:picChg chg="add mod">
          <ac:chgData name="Fabian Bäumer" userId="81671aefd8c1a908" providerId="LiveId" clId="{F331CFCF-E389-441F-97E2-9B2CC096CD93}" dt="2026-03-21T12:33:55.269" v="2014" actId="1076"/>
          <ac:picMkLst>
            <pc:docMk/>
            <pc:sldMk cId="3393595840" sldId="293"/>
            <ac:picMk id="1026" creationId="{E7413CAC-6BB7-365E-3EE1-72D399C8B64E}"/>
          </ac:picMkLst>
        </pc:picChg>
      </pc:sldChg>
      <pc:sldChg chg="addSp delSp modSp add mod modNotesTx">
        <pc:chgData name="Fabian Bäumer" userId="81671aefd8c1a908" providerId="LiveId" clId="{F331CFCF-E389-441F-97E2-9B2CC096CD93}" dt="2026-03-21T13:35:14.803" v="2936" actId="790"/>
        <pc:sldMkLst>
          <pc:docMk/>
          <pc:sldMk cId="1607188649" sldId="294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607188649" sldId="294"/>
            <ac:spMk id="2" creationId="{6102795A-4846-A549-8C59-B924523C3379}"/>
          </ac:spMkLst>
        </pc:spChg>
        <pc:spChg chg="del">
          <ac:chgData name="Fabian Bäumer" userId="81671aefd8c1a908" providerId="LiveId" clId="{F331CFCF-E389-441F-97E2-9B2CC096CD93}" dt="2026-03-21T12:39:45.673" v="2160" actId="478"/>
          <ac:spMkLst>
            <pc:docMk/>
            <pc:sldMk cId="1607188649" sldId="294"/>
            <ac:spMk id="3" creationId="{547057C1-116D-8D57-69BC-5AA2C96275FC}"/>
          </ac:spMkLst>
        </pc:spChg>
        <pc:picChg chg="add">
          <ac:chgData name="Fabian Bäumer" userId="81671aefd8c1a908" providerId="LiveId" clId="{F331CFCF-E389-441F-97E2-9B2CC096CD93}" dt="2026-03-21T12:39:47.173" v="2162" actId="22"/>
          <ac:picMkLst>
            <pc:docMk/>
            <pc:sldMk cId="1607188649" sldId="294"/>
            <ac:picMk id="5" creationId="{840B31AA-040E-5F4E-CD5E-92612957D467}"/>
          </ac:picMkLst>
        </pc:picChg>
        <pc:picChg chg="del">
          <ac:chgData name="Fabian Bäumer" userId="81671aefd8c1a908" providerId="LiveId" clId="{F331CFCF-E389-441F-97E2-9B2CC096CD93}" dt="2026-03-21T12:39:46.172" v="2161" actId="478"/>
          <ac:picMkLst>
            <pc:docMk/>
            <pc:sldMk cId="1607188649" sldId="294"/>
            <ac:picMk id="1026" creationId="{7D795487-B530-3AF5-9413-D5BFA187858B}"/>
          </ac:picMkLst>
        </pc:picChg>
      </pc:sldChg>
      <pc:sldChg chg="addSp delSp modSp add mod ord modAnim modNotesTx">
        <pc:chgData name="Fabian Bäumer" userId="81671aefd8c1a908" providerId="LiveId" clId="{F331CFCF-E389-441F-97E2-9B2CC096CD93}" dt="2026-03-21T18:33:03.019" v="2960" actId="20577"/>
        <pc:sldMkLst>
          <pc:docMk/>
          <pc:sldMk cId="1702538243" sldId="295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702538243" sldId="295"/>
            <ac:spMk id="2" creationId="{0097601D-1DAD-D15D-A7E6-14E1834F793F}"/>
          </ac:spMkLst>
        </pc:spChg>
        <pc:spChg chg="del">
          <ac:chgData name="Fabian Bäumer" userId="81671aefd8c1a908" providerId="LiveId" clId="{F331CFCF-E389-441F-97E2-9B2CC096CD93}" dt="2026-03-21T12:41:18.145" v="2175" actId="478"/>
          <ac:spMkLst>
            <pc:docMk/>
            <pc:sldMk cId="1702538243" sldId="295"/>
            <ac:spMk id="3" creationId="{A09D22A0-E790-0A81-240D-7B27E8B2B547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1702538243" sldId="295"/>
            <ac:spMk id="6" creationId="{2AC4D06E-555B-C73F-2B47-EB4BD49CE9DC}"/>
          </ac:spMkLst>
        </pc:spChg>
        <pc:spChg chg="add del mod">
          <ac:chgData name="Fabian Bäumer" userId="81671aefd8c1a908" providerId="LiveId" clId="{F331CFCF-E389-441F-97E2-9B2CC096CD93}" dt="2026-03-21T12:48:49.679" v="2339" actId="478"/>
          <ac:spMkLst>
            <pc:docMk/>
            <pc:sldMk cId="1702538243" sldId="295"/>
            <ac:spMk id="9" creationId="{0200785D-1915-A147-F7FE-69FEFA3B12CF}"/>
          </ac:spMkLst>
        </pc:spChg>
        <pc:spChg chg="add del mod">
          <ac:chgData name="Fabian Bäumer" userId="81671aefd8c1a908" providerId="LiveId" clId="{F331CFCF-E389-441F-97E2-9B2CC096CD93}" dt="2026-03-21T12:48:50.880" v="2340" actId="478"/>
          <ac:spMkLst>
            <pc:docMk/>
            <pc:sldMk cId="1702538243" sldId="295"/>
            <ac:spMk id="13" creationId="{FFBCE9CD-C7A7-C06A-5F26-C76954D782BB}"/>
          </ac:spMkLst>
        </pc:spChg>
        <pc:spChg chg="add del mod ord">
          <ac:chgData name="Fabian Bäumer" userId="81671aefd8c1a908" providerId="LiveId" clId="{F331CFCF-E389-441F-97E2-9B2CC096CD93}" dt="2026-03-21T12:47:46.458" v="2304" actId="478"/>
          <ac:spMkLst>
            <pc:docMk/>
            <pc:sldMk cId="1702538243" sldId="295"/>
            <ac:spMk id="16" creationId="{28552C88-243D-1899-CCD4-AB9B4FA1304F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1702538243" sldId="295"/>
            <ac:spMk id="17" creationId="{CFE138EF-BD8E-494B-05AE-5947E909FDD4}"/>
          </ac:spMkLst>
        </pc:spChg>
        <pc:spChg chg="add mod">
          <ac:chgData name="Fabian Bäumer" userId="81671aefd8c1a908" providerId="LiveId" clId="{F331CFCF-E389-441F-97E2-9B2CC096CD93}" dt="2026-03-21T18:33:03.019" v="2960" actId="20577"/>
          <ac:spMkLst>
            <pc:docMk/>
            <pc:sldMk cId="1702538243" sldId="295"/>
            <ac:spMk id="18" creationId="{DBCDF138-6230-FEBD-EF84-A3FEF53750E2}"/>
          </ac:spMkLst>
        </pc:spChg>
        <pc:picChg chg="add del mod">
          <ac:chgData name="Fabian Bäumer" userId="81671aefd8c1a908" providerId="LiveId" clId="{F331CFCF-E389-441F-97E2-9B2CC096CD93}" dt="2026-03-21T18:31:52.063" v="2946" actId="478"/>
          <ac:picMkLst>
            <pc:docMk/>
            <pc:sldMk cId="1702538243" sldId="295"/>
            <ac:picMk id="4" creationId="{DA7D75DB-40A2-3636-FF05-5BB003E9CACD}"/>
          </ac:picMkLst>
        </pc:picChg>
        <pc:picChg chg="add mod modCrop">
          <ac:chgData name="Fabian Bäumer" userId="81671aefd8c1a908" providerId="LiveId" clId="{F331CFCF-E389-441F-97E2-9B2CC096CD93}" dt="2026-03-21T12:51:56.975" v="2415" actId="1076"/>
          <ac:picMkLst>
            <pc:docMk/>
            <pc:sldMk cId="1702538243" sldId="295"/>
            <ac:picMk id="5" creationId="{99B2AFC1-4919-BC80-E066-1E692E7597C6}"/>
          </ac:picMkLst>
        </pc:picChg>
        <pc:picChg chg="add mod">
          <ac:chgData name="Fabian Bäumer" userId="81671aefd8c1a908" providerId="LiveId" clId="{F331CFCF-E389-441F-97E2-9B2CC096CD93}" dt="2026-03-21T12:51:52.854" v="2414" actId="1076"/>
          <ac:picMkLst>
            <pc:docMk/>
            <pc:sldMk cId="1702538243" sldId="295"/>
            <ac:picMk id="8" creationId="{D14F7ACE-EFE8-1302-FB9D-1FFF0FC4505B}"/>
          </ac:picMkLst>
        </pc:picChg>
        <pc:picChg chg="add mod">
          <ac:chgData name="Fabian Bäumer" userId="81671aefd8c1a908" providerId="LiveId" clId="{F331CFCF-E389-441F-97E2-9B2CC096CD93}" dt="2026-03-21T18:32:36.224" v="2953" actId="1076"/>
          <ac:picMkLst>
            <pc:docMk/>
            <pc:sldMk cId="1702538243" sldId="295"/>
            <ac:picMk id="9" creationId="{F11F7683-50F0-1483-9DE9-8367ABCF5298}"/>
          </ac:picMkLst>
        </pc:picChg>
        <pc:picChg chg="add del mod">
          <ac:chgData name="Fabian Bäumer" userId="81671aefd8c1a908" providerId="LiveId" clId="{F331CFCF-E389-441F-97E2-9B2CC096CD93}" dt="2026-03-21T12:46:13.930" v="2273" actId="478"/>
          <ac:picMkLst>
            <pc:docMk/>
            <pc:sldMk cId="1702538243" sldId="295"/>
            <ac:picMk id="14" creationId="{A8E08F2A-2639-CAF9-412B-DCB40616304D}"/>
          </ac:picMkLst>
        </pc:picChg>
        <pc:picChg chg="del">
          <ac:chgData name="Fabian Bäumer" userId="81671aefd8c1a908" providerId="LiveId" clId="{F331CFCF-E389-441F-97E2-9B2CC096CD93}" dt="2026-03-21T12:41:18.642" v="2176" actId="478"/>
          <ac:picMkLst>
            <pc:docMk/>
            <pc:sldMk cId="1702538243" sldId="295"/>
            <ac:picMk id="1026" creationId="{5D714C17-A4CA-1CA4-160D-F4AAA95C46AE}"/>
          </ac:picMkLst>
        </pc:picChg>
        <pc:cxnChg chg="add mod">
          <ac:chgData name="Fabian Bäumer" userId="81671aefd8c1a908" providerId="LiveId" clId="{F331CFCF-E389-441F-97E2-9B2CC096CD93}" dt="2026-03-21T12:46:11.929" v="2272" actId="1076"/>
          <ac:cxnSpMkLst>
            <pc:docMk/>
            <pc:sldMk cId="1702538243" sldId="295"/>
            <ac:cxnSpMk id="10" creationId="{8EA2638B-5410-19E2-FB11-41BB095C2DC5}"/>
          </ac:cxnSpMkLst>
        </pc:cxnChg>
        <pc:cxnChg chg="add mod">
          <ac:chgData name="Fabian Bäumer" userId="81671aefd8c1a908" providerId="LiveId" clId="{F331CFCF-E389-441F-97E2-9B2CC096CD93}" dt="2026-03-21T12:46:42" v="2282" actId="1076"/>
          <ac:cxnSpMkLst>
            <pc:docMk/>
            <pc:sldMk cId="1702538243" sldId="295"/>
            <ac:cxnSpMk id="15" creationId="{C66BC8BA-9772-61D9-4DE4-2F9F8B663E83}"/>
          </ac:cxnSpMkLst>
        </pc:cxnChg>
      </pc:sldChg>
      <pc:sldChg chg="addSp delSp modSp add mod ord modAnim modNotesTx">
        <pc:chgData name="Fabian Bäumer" userId="81671aefd8c1a908" providerId="LiveId" clId="{F331CFCF-E389-441F-97E2-9B2CC096CD93}" dt="2026-03-21T13:35:14.803" v="2936" actId="790"/>
        <pc:sldMkLst>
          <pc:docMk/>
          <pc:sldMk cId="1938538834" sldId="296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938538834" sldId="296"/>
            <ac:spMk id="2" creationId="{E08A1FD5-BEFE-3365-128A-8B7DCCDF59A2}"/>
          </ac:spMkLst>
        </pc:spChg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938538834" sldId="296"/>
            <ac:spMk id="3" creationId="{60C91FDC-24FD-7580-01E9-DA1727E1414D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1938538834" sldId="296"/>
            <ac:spMk id="6" creationId="{62B225FF-E575-0186-E32A-D4B5CA072195}"/>
          </ac:spMkLst>
        </pc:spChg>
        <pc:spChg chg="add mod">
          <ac:chgData name="Fabian Bäumer" userId="81671aefd8c1a908" providerId="LiveId" clId="{F331CFCF-E389-441F-97E2-9B2CC096CD93}" dt="2026-03-21T13:35:14.803" v="2936" actId="790"/>
          <ac:spMkLst>
            <pc:docMk/>
            <pc:sldMk cId="1938538834" sldId="296"/>
            <ac:spMk id="7" creationId="{057A8A1C-DC78-3579-12C4-C6EC911CD488}"/>
          </ac:spMkLst>
        </pc:spChg>
        <pc:picChg chg="add mod">
          <ac:chgData name="Fabian Bäumer" userId="81671aefd8c1a908" providerId="LiveId" clId="{F331CFCF-E389-441F-97E2-9B2CC096CD93}" dt="2026-03-21T13:12:09.361" v="2716" actId="1076"/>
          <ac:picMkLst>
            <pc:docMk/>
            <pc:sldMk cId="1938538834" sldId="296"/>
            <ac:picMk id="4" creationId="{5D570CCE-5CD2-78DB-2D92-1E87B9D0A698}"/>
          </ac:picMkLst>
        </pc:picChg>
        <pc:picChg chg="add mod">
          <ac:chgData name="Fabian Bäumer" userId="81671aefd8c1a908" providerId="LiveId" clId="{F331CFCF-E389-441F-97E2-9B2CC096CD93}" dt="2026-03-21T13:05:50.844" v="2667" actId="1076"/>
          <ac:picMkLst>
            <pc:docMk/>
            <pc:sldMk cId="1938538834" sldId="296"/>
            <ac:picMk id="5" creationId="{E1C45C16-EFFA-4BF8-21AF-FFADD065897C}"/>
          </ac:picMkLst>
        </pc:picChg>
        <pc:picChg chg="del">
          <ac:chgData name="Fabian Bäumer" userId="81671aefd8c1a908" providerId="LiveId" clId="{F331CFCF-E389-441F-97E2-9B2CC096CD93}" dt="2026-03-21T13:03:59.553" v="2580" actId="478"/>
          <ac:picMkLst>
            <pc:docMk/>
            <pc:sldMk cId="1938538834" sldId="296"/>
            <ac:picMk id="1026" creationId="{5F097AC1-7F84-B0A0-131F-4AC096E73935}"/>
          </ac:picMkLst>
        </pc:picChg>
      </pc:sldChg>
      <pc:sldChg chg="addSp delSp modSp add mod delAnim modAnim modNotesTx">
        <pc:chgData name="Fabian Bäumer" userId="81671aefd8c1a908" providerId="LiveId" clId="{F331CFCF-E389-441F-97E2-9B2CC096CD93}" dt="2026-03-21T14:43:36.912" v="2942" actId="1076"/>
        <pc:sldMkLst>
          <pc:docMk/>
          <pc:sldMk cId="1175117022" sldId="297"/>
        </pc:sldMkLst>
        <pc:spChg chg="mod">
          <ac:chgData name="Fabian Bäumer" userId="81671aefd8c1a908" providerId="LiveId" clId="{F331CFCF-E389-441F-97E2-9B2CC096CD93}" dt="2026-03-21T13:35:14.803" v="2936" actId="790"/>
          <ac:spMkLst>
            <pc:docMk/>
            <pc:sldMk cId="1175117022" sldId="297"/>
            <ac:spMk id="2" creationId="{0AA71CEC-B217-3AA4-3AFC-0373D9C0213D}"/>
          </ac:spMkLst>
        </pc:spChg>
        <pc:picChg chg="add del mod">
          <ac:chgData name="Fabian Bäumer" userId="81671aefd8c1a908" providerId="LiveId" clId="{F331CFCF-E389-441F-97E2-9B2CC096CD93}" dt="2026-03-21T12:54:20.027" v="2431" actId="478"/>
          <ac:picMkLst>
            <pc:docMk/>
            <pc:sldMk cId="1175117022" sldId="297"/>
            <ac:picMk id="4" creationId="{0DEBD4D4-EE64-7C24-4D31-FC1F507F7987}"/>
          </ac:picMkLst>
        </pc:picChg>
        <pc:picChg chg="del">
          <ac:chgData name="Fabian Bäumer" userId="81671aefd8c1a908" providerId="LiveId" clId="{F331CFCF-E389-441F-97E2-9B2CC096CD93}" dt="2026-03-21T12:53:48.110" v="2428" actId="478"/>
          <ac:picMkLst>
            <pc:docMk/>
            <pc:sldMk cId="1175117022" sldId="297"/>
            <ac:picMk id="5" creationId="{6D5FC605-FBDC-1BEC-0C01-90EFDDD33080}"/>
          </ac:picMkLst>
        </pc:picChg>
        <pc:picChg chg="add mod">
          <ac:chgData name="Fabian Bäumer" userId="81671aefd8c1a908" providerId="LiveId" clId="{F331CFCF-E389-441F-97E2-9B2CC096CD93}" dt="2026-03-21T13:01:48.306" v="2475" actId="1076"/>
          <ac:picMkLst>
            <pc:docMk/>
            <pc:sldMk cId="1175117022" sldId="297"/>
            <ac:picMk id="7" creationId="{9FCCD6E8-6E7D-27CF-AFDE-7915950C663A}"/>
          </ac:picMkLst>
        </pc:picChg>
        <pc:picChg chg="add mod">
          <ac:chgData name="Fabian Bäumer" userId="81671aefd8c1a908" providerId="LiveId" clId="{F331CFCF-E389-441F-97E2-9B2CC096CD93}" dt="2026-03-21T13:01:40.297" v="2472" actId="1076"/>
          <ac:picMkLst>
            <pc:docMk/>
            <pc:sldMk cId="1175117022" sldId="297"/>
            <ac:picMk id="9" creationId="{F7934FA3-00E3-CBB5-11C3-65855E8587C3}"/>
          </ac:picMkLst>
        </pc:picChg>
        <pc:picChg chg="add mod">
          <ac:chgData name="Fabian Bäumer" userId="81671aefd8c1a908" providerId="LiveId" clId="{F331CFCF-E389-441F-97E2-9B2CC096CD93}" dt="2026-03-21T14:43:36.912" v="2942" actId="1076"/>
          <ac:picMkLst>
            <pc:docMk/>
            <pc:sldMk cId="1175117022" sldId="297"/>
            <ac:picMk id="11" creationId="{CE5B1C49-6F12-51DE-4001-A578C16CFDCE}"/>
          </ac:picMkLst>
        </pc:picChg>
        <pc:picChg chg="add del mod">
          <ac:chgData name="Fabian Bäumer" userId="81671aefd8c1a908" providerId="LiveId" clId="{F331CFCF-E389-441F-97E2-9B2CC096CD93}" dt="2026-03-21T13:00:41.278" v="2458" actId="478"/>
          <ac:picMkLst>
            <pc:docMk/>
            <pc:sldMk cId="1175117022" sldId="297"/>
            <ac:picMk id="13" creationId="{23261B0D-C113-46FF-4325-59A66F3AE1EB}"/>
          </ac:picMkLst>
        </pc:picChg>
        <pc:picChg chg="add mod">
          <ac:chgData name="Fabian Bäumer" userId="81671aefd8c1a908" providerId="LiveId" clId="{F331CFCF-E389-441F-97E2-9B2CC096CD93}" dt="2026-03-21T14:43:34.545" v="2941" actId="1076"/>
          <ac:picMkLst>
            <pc:docMk/>
            <pc:sldMk cId="1175117022" sldId="297"/>
            <ac:picMk id="15" creationId="{7047D614-903B-65D5-6B34-90357C3535BB}"/>
          </ac:picMkLst>
        </pc:picChg>
        <pc:cxnChg chg="add del mod">
          <ac:chgData name="Fabian Bäumer" userId="81671aefd8c1a908" providerId="LiveId" clId="{F331CFCF-E389-441F-97E2-9B2CC096CD93}" dt="2026-03-21T13:01:46.403" v="2474" actId="478"/>
          <ac:cxnSpMkLst>
            <pc:docMk/>
            <pc:sldMk cId="1175117022" sldId="297"/>
            <ac:cxnSpMk id="16" creationId="{0BBC1BCE-32A7-3CF4-8A3D-BFD86E491767}"/>
          </ac:cxnSpMkLst>
        </pc:cxnChg>
      </pc:sldChg>
      <pc:sldMasterChg chg="del delSldLayout">
        <pc:chgData name="Fabian Bäumer" userId="81671aefd8c1a908" providerId="LiveId" clId="{F331CFCF-E389-441F-97E2-9B2CC096CD93}" dt="2026-03-20T17:38:23.064" v="1885" actId="47"/>
        <pc:sldMasterMkLst>
          <pc:docMk/>
          <pc:sldMasterMk cId="0" sldId="2147483660"/>
        </pc:sldMasterMkLst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1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2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3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4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5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6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7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8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69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0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1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2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3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4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5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6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7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8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79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80"/>
          </pc:sldLayoutMkLst>
        </pc:sldLayoutChg>
        <pc:sldLayoutChg chg="del">
          <pc:chgData name="Fabian Bäumer" userId="81671aefd8c1a908" providerId="LiveId" clId="{F331CFCF-E389-441F-97E2-9B2CC096CD93}" dt="2026-03-20T17:38:23.064" v="1885" actId="47"/>
          <pc:sldLayoutMkLst>
            <pc:docMk/>
            <pc:sldMasterMk cId="0" sldId="2147483660"/>
            <pc:sldLayoutMk cId="0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32DC6-72A2-4E75-B29E-285EA2E50C0A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403D5-0084-4C94-9556-AC130D8A759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25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58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65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080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8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417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31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404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391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3636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965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456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16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786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982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729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944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Fabian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391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20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877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82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Gerrit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403D5-0084-4C94-9556-AC130D8A759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634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13160" y="1766520"/>
            <a:ext cx="6575760" cy="103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oogle Shape;430;p11"/>
          <p:cNvGrpSpPr/>
          <p:nvPr/>
        </p:nvGrpSpPr>
        <p:grpSpPr>
          <a:xfrm>
            <a:off x="-889920" y="4083480"/>
            <a:ext cx="4476600" cy="2336040"/>
            <a:chOff x="-889920" y="4083480"/>
            <a:chExt cx="4476600" cy="2336040"/>
          </a:xfrm>
        </p:grpSpPr>
        <p:grpSp>
          <p:nvGrpSpPr>
            <p:cNvPr id="92" name="Google Shape;431;p11"/>
            <p:cNvGrpSpPr/>
            <p:nvPr/>
          </p:nvGrpSpPr>
          <p:grpSpPr>
            <a:xfrm>
              <a:off x="-889920" y="4083480"/>
              <a:ext cx="4476600" cy="2336040"/>
              <a:chOff x="-889920" y="4083480"/>
              <a:chExt cx="4476600" cy="2336040"/>
            </a:xfrm>
          </p:grpSpPr>
          <p:sp>
            <p:nvSpPr>
              <p:cNvPr id="93" name="Google Shape;432;p11"/>
              <p:cNvSpPr/>
              <p:nvPr/>
            </p:nvSpPr>
            <p:spPr>
              <a:xfrm rot="18000000">
                <a:off x="-664920" y="4472640"/>
                <a:ext cx="1798200" cy="1557360"/>
              </a:xfrm>
              <a:custGeom>
                <a:avLst/>
                <a:gdLst>
                  <a:gd name="textAreaLeft" fmla="*/ 0 w 1798200"/>
                  <a:gd name="textAreaRight" fmla="*/ 1798560 w 1798200"/>
                  <a:gd name="textAreaTop" fmla="*/ 0 h 1557360"/>
                  <a:gd name="textAreaBottom" fmla="*/ 1557720 h 15573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80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433;p11"/>
              <p:cNvSpPr/>
              <p:nvPr/>
            </p:nvSpPr>
            <p:spPr>
              <a:xfrm rot="16200000">
                <a:off x="902160" y="3257280"/>
                <a:ext cx="1793160" cy="3575880"/>
              </a:xfrm>
              <a:custGeom>
                <a:avLst/>
                <a:gdLst>
                  <a:gd name="textAreaLeft" fmla="*/ 0 w 1793160"/>
                  <a:gd name="textAreaRight" fmla="*/ 1793520 w 1793160"/>
                  <a:gd name="textAreaTop" fmla="*/ 0 h 3575880"/>
                  <a:gd name="textAreaBottom" fmla="*/ 3576240 h 35758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5" name="Google Shape;434;p11"/>
              <p:cNvGrpSpPr/>
              <p:nvPr/>
            </p:nvGrpSpPr>
            <p:grpSpPr>
              <a:xfrm>
                <a:off x="74160" y="4717080"/>
                <a:ext cx="496440" cy="496800"/>
                <a:chOff x="74160" y="4717080"/>
                <a:chExt cx="496440" cy="496800"/>
              </a:xfrm>
            </p:grpSpPr>
            <p:sp>
              <p:nvSpPr>
                <p:cNvPr id="96" name="Google Shape;435;p11"/>
                <p:cNvSpPr/>
                <p:nvPr/>
              </p:nvSpPr>
              <p:spPr>
                <a:xfrm>
                  <a:off x="74160" y="471708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436;p11"/>
                <p:cNvSpPr/>
                <p:nvPr/>
              </p:nvSpPr>
              <p:spPr>
                <a:xfrm>
                  <a:off x="127800" y="47707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437;p11"/>
                <p:cNvSpPr/>
                <p:nvPr/>
              </p:nvSpPr>
              <p:spPr>
                <a:xfrm>
                  <a:off x="181440" y="482436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" name="Google Shape;438;p11"/>
                <p:cNvSpPr/>
                <p:nvPr/>
              </p:nvSpPr>
              <p:spPr>
                <a:xfrm>
                  <a:off x="234720" y="4878000"/>
                  <a:ext cx="174960" cy="17460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" name="Google Shape;439;p11"/>
                <p:cNvSpPr/>
                <p:nvPr/>
              </p:nvSpPr>
              <p:spPr>
                <a:xfrm>
                  <a:off x="288720" y="493164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" name="Google Shape;440;p11"/>
                <p:cNvSpPr/>
                <p:nvPr/>
              </p:nvSpPr>
              <p:spPr>
                <a:xfrm>
                  <a:off x="342720" y="4985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4960 w 17460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" name="Google Shape;441;p11"/>
                <p:cNvSpPr/>
                <p:nvPr/>
              </p:nvSpPr>
              <p:spPr>
                <a:xfrm>
                  <a:off x="395640" y="50389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3" name="Google Shape;442;p11"/>
              <p:cNvGrpSpPr/>
              <p:nvPr/>
            </p:nvGrpSpPr>
            <p:grpSpPr>
              <a:xfrm>
                <a:off x="475560" y="4717080"/>
                <a:ext cx="496440" cy="496800"/>
                <a:chOff x="475560" y="4717080"/>
                <a:chExt cx="496440" cy="496800"/>
              </a:xfrm>
            </p:grpSpPr>
            <p:sp>
              <p:nvSpPr>
                <p:cNvPr id="104" name="Google Shape;443;p11"/>
                <p:cNvSpPr/>
                <p:nvPr/>
              </p:nvSpPr>
              <p:spPr>
                <a:xfrm>
                  <a:off x="475560" y="471708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" name="Google Shape;444;p11"/>
                <p:cNvSpPr/>
                <p:nvPr/>
              </p:nvSpPr>
              <p:spPr>
                <a:xfrm>
                  <a:off x="529200" y="47707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" name="Google Shape;445;p11"/>
                <p:cNvSpPr/>
                <p:nvPr/>
              </p:nvSpPr>
              <p:spPr>
                <a:xfrm>
                  <a:off x="582840" y="482436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" name="Google Shape;446;p11"/>
                <p:cNvSpPr/>
                <p:nvPr/>
              </p:nvSpPr>
              <p:spPr>
                <a:xfrm>
                  <a:off x="636120" y="4878000"/>
                  <a:ext cx="174960" cy="17460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" name="Google Shape;447;p11"/>
                <p:cNvSpPr/>
                <p:nvPr/>
              </p:nvSpPr>
              <p:spPr>
                <a:xfrm>
                  <a:off x="690120" y="493164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" name="Google Shape;448;p11"/>
                <p:cNvSpPr/>
                <p:nvPr/>
              </p:nvSpPr>
              <p:spPr>
                <a:xfrm>
                  <a:off x="744120" y="4985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4960 w 17460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" name="Google Shape;449;p11"/>
                <p:cNvSpPr/>
                <p:nvPr/>
              </p:nvSpPr>
              <p:spPr>
                <a:xfrm>
                  <a:off x="797040" y="50389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11" name="Google Shape;450;p11"/>
            <p:cNvGrpSpPr/>
            <p:nvPr/>
          </p:nvGrpSpPr>
          <p:grpSpPr>
            <a:xfrm>
              <a:off x="1017720" y="5010480"/>
              <a:ext cx="438840" cy="438840"/>
              <a:chOff x="1017720" y="5010480"/>
              <a:chExt cx="438840" cy="438840"/>
            </a:xfrm>
          </p:grpSpPr>
          <p:sp>
            <p:nvSpPr>
              <p:cNvPr id="112" name="Google Shape;451;p11"/>
              <p:cNvSpPr/>
              <p:nvPr/>
            </p:nvSpPr>
            <p:spPr>
              <a:xfrm rot="5400000">
                <a:off x="1017720" y="5010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452;p11"/>
              <p:cNvSpPr/>
              <p:nvPr/>
            </p:nvSpPr>
            <p:spPr>
              <a:xfrm rot="5400000">
                <a:off x="1105560" y="51102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4" name="Google Shape;453;p11"/>
          <p:cNvGrpSpPr/>
          <p:nvPr/>
        </p:nvGrpSpPr>
        <p:grpSpPr>
          <a:xfrm>
            <a:off x="-2613240" y="-2768760"/>
            <a:ext cx="8164080" cy="6229800"/>
            <a:chOff x="-2613240" y="-2768760"/>
            <a:chExt cx="8164080" cy="6229800"/>
          </a:xfrm>
        </p:grpSpPr>
        <p:grpSp>
          <p:nvGrpSpPr>
            <p:cNvPr id="115" name="Google Shape;454;p11"/>
            <p:cNvGrpSpPr/>
            <p:nvPr/>
          </p:nvGrpSpPr>
          <p:grpSpPr>
            <a:xfrm>
              <a:off x="-191160" y="19800"/>
              <a:ext cx="1538280" cy="970920"/>
              <a:chOff x="-191160" y="19800"/>
              <a:chExt cx="1538280" cy="970920"/>
            </a:xfrm>
          </p:grpSpPr>
          <p:grpSp>
            <p:nvGrpSpPr>
              <p:cNvPr id="116" name="Google Shape;455;p11"/>
              <p:cNvGrpSpPr/>
              <p:nvPr/>
            </p:nvGrpSpPr>
            <p:grpSpPr>
              <a:xfrm>
                <a:off x="-191160" y="125280"/>
                <a:ext cx="903960" cy="865440"/>
                <a:chOff x="-191160" y="125280"/>
                <a:chExt cx="903960" cy="865440"/>
              </a:xfrm>
            </p:grpSpPr>
            <p:grpSp>
              <p:nvGrpSpPr>
                <p:cNvPr id="117" name="Google Shape;456;p11"/>
                <p:cNvGrpSpPr/>
                <p:nvPr/>
              </p:nvGrpSpPr>
              <p:grpSpPr>
                <a:xfrm>
                  <a:off x="-132840" y="199800"/>
                  <a:ext cx="717120" cy="716760"/>
                  <a:chOff x="-132840" y="199800"/>
                  <a:chExt cx="717120" cy="716760"/>
                </a:xfrm>
              </p:grpSpPr>
              <p:sp>
                <p:nvSpPr>
                  <p:cNvPr id="118" name="Google Shape;457;p11"/>
                  <p:cNvSpPr/>
                  <p:nvPr/>
                </p:nvSpPr>
                <p:spPr>
                  <a:xfrm>
                    <a:off x="-132840" y="5032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" name="Google Shape;458;p11"/>
                  <p:cNvSpPr/>
                  <p:nvPr/>
                </p:nvSpPr>
                <p:spPr>
                  <a:xfrm>
                    <a:off x="-56880" y="42732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" name="Google Shape;459;p11"/>
                  <p:cNvSpPr/>
                  <p:nvPr/>
                </p:nvSpPr>
                <p:spPr>
                  <a:xfrm>
                    <a:off x="19080" y="35136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" name="Google Shape;460;p11"/>
                  <p:cNvSpPr/>
                  <p:nvPr/>
                </p:nvSpPr>
                <p:spPr>
                  <a:xfrm>
                    <a:off x="94680" y="2754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2" name="Google Shape;461;p11"/>
                  <p:cNvSpPr/>
                  <p:nvPr/>
                </p:nvSpPr>
                <p:spPr>
                  <a:xfrm>
                    <a:off x="171000" y="1998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123" name="Google Shape;462;p11"/>
                <p:cNvSpPr/>
                <p:nvPr/>
              </p:nvSpPr>
              <p:spPr>
                <a:xfrm>
                  <a:off x="-191160" y="125280"/>
                  <a:ext cx="903960" cy="865440"/>
                </a:xfrm>
                <a:custGeom>
                  <a:avLst/>
                  <a:gdLst>
                    <a:gd name="textAreaLeft" fmla="*/ 0 w 903960"/>
                    <a:gd name="textAreaRight" fmla="*/ 904320 w 903960"/>
                    <a:gd name="textAreaTop" fmla="*/ 0 h 865440"/>
                    <a:gd name="textAreaBottom" fmla="*/ 865800 h 8654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4" name="Google Shape;463;p11"/>
              <p:cNvGrpSpPr/>
              <p:nvPr/>
            </p:nvGrpSpPr>
            <p:grpSpPr>
              <a:xfrm>
                <a:off x="584640" y="19800"/>
                <a:ext cx="473040" cy="452880"/>
                <a:chOff x="584640" y="19800"/>
                <a:chExt cx="473040" cy="452880"/>
              </a:xfrm>
            </p:grpSpPr>
            <p:grpSp>
              <p:nvGrpSpPr>
                <p:cNvPr id="125" name="Google Shape;464;p11"/>
                <p:cNvGrpSpPr/>
                <p:nvPr/>
              </p:nvGrpSpPr>
              <p:grpSpPr>
                <a:xfrm>
                  <a:off x="614880" y="58680"/>
                  <a:ext cx="375480" cy="375120"/>
                  <a:chOff x="614880" y="58680"/>
                  <a:chExt cx="375480" cy="375120"/>
                </a:xfrm>
              </p:grpSpPr>
              <p:sp>
                <p:nvSpPr>
                  <p:cNvPr id="126" name="Google Shape;465;p11"/>
                  <p:cNvSpPr/>
                  <p:nvPr/>
                </p:nvSpPr>
                <p:spPr>
                  <a:xfrm>
                    <a:off x="614880" y="2174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7" name="Google Shape;466;p11"/>
                  <p:cNvSpPr/>
                  <p:nvPr/>
                </p:nvSpPr>
                <p:spPr>
                  <a:xfrm>
                    <a:off x="654840" y="1778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8" name="Google Shape;467;p11"/>
                  <p:cNvSpPr/>
                  <p:nvPr/>
                </p:nvSpPr>
                <p:spPr>
                  <a:xfrm>
                    <a:off x="694440" y="1378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9" name="Google Shape;468;p11"/>
                  <p:cNvSpPr/>
                  <p:nvPr/>
                </p:nvSpPr>
                <p:spPr>
                  <a:xfrm>
                    <a:off x="734400" y="982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0" name="Google Shape;469;p11"/>
                  <p:cNvSpPr/>
                  <p:nvPr/>
                </p:nvSpPr>
                <p:spPr>
                  <a:xfrm>
                    <a:off x="774000" y="586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131" name="Google Shape;470;p11"/>
                <p:cNvSpPr/>
                <p:nvPr/>
              </p:nvSpPr>
              <p:spPr>
                <a:xfrm>
                  <a:off x="584640" y="1980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2" name="Google Shape;471;p11"/>
              <p:cNvGrpSpPr/>
              <p:nvPr/>
            </p:nvGrpSpPr>
            <p:grpSpPr>
              <a:xfrm>
                <a:off x="530280" y="405720"/>
                <a:ext cx="473040" cy="452880"/>
                <a:chOff x="530280" y="405720"/>
                <a:chExt cx="473040" cy="452880"/>
              </a:xfrm>
            </p:grpSpPr>
            <p:grpSp>
              <p:nvGrpSpPr>
                <p:cNvPr id="133" name="Google Shape;472;p11"/>
                <p:cNvGrpSpPr/>
                <p:nvPr/>
              </p:nvGrpSpPr>
              <p:grpSpPr>
                <a:xfrm>
                  <a:off x="560880" y="444600"/>
                  <a:ext cx="375480" cy="375480"/>
                  <a:chOff x="560880" y="444600"/>
                  <a:chExt cx="375480" cy="375480"/>
                </a:xfrm>
              </p:grpSpPr>
              <p:sp>
                <p:nvSpPr>
                  <p:cNvPr id="134" name="Google Shape;473;p11"/>
                  <p:cNvSpPr/>
                  <p:nvPr/>
                </p:nvSpPr>
                <p:spPr>
                  <a:xfrm>
                    <a:off x="560880" y="6037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5" name="Google Shape;474;p11"/>
                  <p:cNvSpPr/>
                  <p:nvPr/>
                </p:nvSpPr>
                <p:spPr>
                  <a:xfrm>
                    <a:off x="600480" y="5637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6" name="Google Shape;475;p11"/>
                  <p:cNvSpPr/>
                  <p:nvPr/>
                </p:nvSpPr>
                <p:spPr>
                  <a:xfrm>
                    <a:off x="640440" y="5238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7" name="Google Shape;476;p11"/>
                  <p:cNvSpPr/>
                  <p:nvPr/>
                </p:nvSpPr>
                <p:spPr>
                  <a:xfrm>
                    <a:off x="680040" y="4842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8" name="Google Shape;477;p11"/>
                  <p:cNvSpPr/>
                  <p:nvPr/>
                </p:nvSpPr>
                <p:spPr>
                  <a:xfrm>
                    <a:off x="720000" y="4446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139" name="Google Shape;478;p11"/>
                <p:cNvSpPr/>
                <p:nvPr/>
              </p:nvSpPr>
              <p:spPr>
                <a:xfrm>
                  <a:off x="530280" y="40572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0" name="Google Shape;479;p11"/>
              <p:cNvGrpSpPr/>
              <p:nvPr/>
            </p:nvGrpSpPr>
            <p:grpSpPr>
              <a:xfrm>
                <a:off x="874080" y="236520"/>
                <a:ext cx="473040" cy="452880"/>
                <a:chOff x="874080" y="236520"/>
                <a:chExt cx="473040" cy="452880"/>
              </a:xfrm>
            </p:grpSpPr>
            <p:grpSp>
              <p:nvGrpSpPr>
                <p:cNvPr id="141" name="Google Shape;480;p11"/>
                <p:cNvGrpSpPr/>
                <p:nvPr/>
              </p:nvGrpSpPr>
              <p:grpSpPr>
                <a:xfrm>
                  <a:off x="904320" y="275400"/>
                  <a:ext cx="375480" cy="375480"/>
                  <a:chOff x="904320" y="275400"/>
                  <a:chExt cx="375480" cy="375480"/>
                </a:xfrm>
              </p:grpSpPr>
              <p:sp>
                <p:nvSpPr>
                  <p:cNvPr id="142" name="Google Shape;481;p11"/>
                  <p:cNvSpPr/>
                  <p:nvPr/>
                </p:nvSpPr>
                <p:spPr>
                  <a:xfrm>
                    <a:off x="904320" y="4345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3" name="Google Shape;482;p11"/>
                  <p:cNvSpPr/>
                  <p:nvPr/>
                </p:nvSpPr>
                <p:spPr>
                  <a:xfrm>
                    <a:off x="944280" y="3949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4" name="Google Shape;483;p11"/>
                  <p:cNvSpPr/>
                  <p:nvPr/>
                </p:nvSpPr>
                <p:spPr>
                  <a:xfrm>
                    <a:off x="983880" y="3549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5" name="Google Shape;484;p11"/>
                  <p:cNvSpPr/>
                  <p:nvPr/>
                </p:nvSpPr>
                <p:spPr>
                  <a:xfrm>
                    <a:off x="1023840" y="3150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6" name="Google Shape;485;p11"/>
                  <p:cNvSpPr/>
                  <p:nvPr/>
                </p:nvSpPr>
                <p:spPr>
                  <a:xfrm>
                    <a:off x="1063440" y="2754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147" name="Google Shape;486;p11"/>
                <p:cNvSpPr/>
                <p:nvPr/>
              </p:nvSpPr>
              <p:spPr>
                <a:xfrm>
                  <a:off x="874080" y="23652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48" name="Google Shape;487;p11"/>
            <p:cNvGrpSpPr/>
            <p:nvPr/>
          </p:nvGrpSpPr>
          <p:grpSpPr>
            <a:xfrm>
              <a:off x="-2613240" y="-2768760"/>
              <a:ext cx="5849640" cy="6144120"/>
              <a:chOff x="-2613240" y="-2768760"/>
              <a:chExt cx="5849640" cy="6144120"/>
            </a:xfrm>
          </p:grpSpPr>
          <p:sp>
            <p:nvSpPr>
              <p:cNvPr id="149" name="Google Shape;488;p11"/>
              <p:cNvSpPr/>
              <p:nvPr/>
            </p:nvSpPr>
            <p:spPr>
              <a:xfrm rot="10521000">
                <a:off x="-748080" y="-878400"/>
                <a:ext cx="2780280" cy="2407680"/>
              </a:xfrm>
              <a:custGeom>
                <a:avLst/>
                <a:gdLst>
                  <a:gd name="textAreaLeft" fmla="*/ 0 w 2780280"/>
                  <a:gd name="textAreaRight" fmla="*/ 2780640 w 2780280"/>
                  <a:gd name="textAreaTop" fmla="*/ 0 h 2407680"/>
                  <a:gd name="textAreaBottom" fmla="*/ 2408040 h 2407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150" name="Google Shape;489;p11"/>
              <p:cNvPicPr/>
              <p:nvPr/>
            </p:nvPicPr>
            <p:blipFill>
              <a:blip r:embed="rId2"/>
              <a:srcRect t="17653" b="17662"/>
              <a:stretch/>
            </p:blipFill>
            <p:spPr>
              <a:xfrm rot="14121000">
                <a:off x="-2133000" y="-1562400"/>
                <a:ext cx="4889520" cy="3731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51" name="Google Shape;490;p11"/>
            <p:cNvGrpSpPr/>
            <p:nvPr/>
          </p:nvGrpSpPr>
          <p:grpSpPr>
            <a:xfrm>
              <a:off x="-640080" y="-2729880"/>
              <a:ext cx="6190920" cy="6190920"/>
              <a:chOff x="-640080" y="-2729880"/>
              <a:chExt cx="6190920" cy="6190920"/>
            </a:xfrm>
          </p:grpSpPr>
          <p:sp>
            <p:nvSpPr>
              <p:cNvPr id="152" name="Google Shape;491;p11"/>
              <p:cNvSpPr/>
              <p:nvPr/>
            </p:nvSpPr>
            <p:spPr>
              <a:xfrm rot="13500000">
                <a:off x="452160" y="-2008800"/>
                <a:ext cx="4006080" cy="4749120"/>
              </a:xfrm>
              <a:custGeom>
                <a:avLst/>
                <a:gdLst>
                  <a:gd name="textAreaLeft" fmla="*/ 0 w 4006080"/>
                  <a:gd name="textAreaRight" fmla="*/ 400644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492;p11"/>
              <p:cNvSpPr/>
              <p:nvPr/>
            </p:nvSpPr>
            <p:spPr>
              <a:xfrm rot="13500000">
                <a:off x="83520" y="-84492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97" name="Google Shape;549;p15"/>
          <p:cNvGrpSpPr/>
          <p:nvPr/>
        </p:nvGrpSpPr>
        <p:grpSpPr>
          <a:xfrm>
            <a:off x="4967640" y="4931640"/>
            <a:ext cx="438840" cy="438840"/>
            <a:chOff x="4967640" y="4931640"/>
            <a:chExt cx="438840" cy="438840"/>
          </a:xfrm>
        </p:grpSpPr>
        <p:sp>
          <p:nvSpPr>
            <p:cNvPr id="198" name="Google Shape;550;p15"/>
            <p:cNvSpPr/>
            <p:nvPr/>
          </p:nvSpPr>
          <p:spPr>
            <a:xfrm>
              <a:off x="4967640" y="49316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551;p15"/>
            <p:cNvSpPr/>
            <p:nvPr/>
          </p:nvSpPr>
          <p:spPr>
            <a:xfrm>
              <a:off x="5056200" y="50317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0" name="Google Shape;552;p15"/>
          <p:cNvGrpSpPr/>
          <p:nvPr/>
        </p:nvGrpSpPr>
        <p:grpSpPr>
          <a:xfrm>
            <a:off x="2176560" y="-3695760"/>
            <a:ext cx="7317720" cy="6983280"/>
            <a:chOff x="2176560" y="-3695760"/>
            <a:chExt cx="7317720" cy="6983280"/>
          </a:xfrm>
        </p:grpSpPr>
        <p:sp>
          <p:nvSpPr>
            <p:cNvPr id="201" name="Google Shape;553;p15"/>
            <p:cNvSpPr/>
            <p:nvPr/>
          </p:nvSpPr>
          <p:spPr>
            <a:xfrm rot="8100000" flipH="1">
              <a:off x="3854520" y="-2182320"/>
              <a:ext cx="4006080" cy="4749120"/>
            </a:xfrm>
            <a:custGeom>
              <a:avLst/>
              <a:gdLst>
                <a:gd name="textAreaLeft" fmla="*/ 360 w 4006080"/>
                <a:gd name="textAreaRight" fmla="*/ 4006800 w 4006080"/>
                <a:gd name="textAreaTop" fmla="*/ 0 h 4749120"/>
                <a:gd name="textAreaBottom" fmla="*/ 4749480 h 474912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34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2" name="Google Shape;554;p15"/>
            <p:cNvGrpSpPr/>
            <p:nvPr/>
          </p:nvGrpSpPr>
          <p:grpSpPr>
            <a:xfrm>
              <a:off x="7743240" y="248040"/>
              <a:ext cx="822960" cy="174960"/>
              <a:chOff x="7743240" y="248040"/>
              <a:chExt cx="822960" cy="174960"/>
            </a:xfrm>
          </p:grpSpPr>
          <p:sp>
            <p:nvSpPr>
              <p:cNvPr id="203" name="Google Shape;555;p15"/>
              <p:cNvSpPr/>
              <p:nvPr/>
            </p:nvSpPr>
            <p:spPr>
              <a:xfrm rot="2700000">
                <a:off x="7768800" y="273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556;p15"/>
              <p:cNvSpPr/>
              <p:nvPr/>
            </p:nvSpPr>
            <p:spPr>
              <a:xfrm rot="2700000">
                <a:off x="7876440" y="273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557;p15"/>
              <p:cNvSpPr/>
              <p:nvPr/>
            </p:nvSpPr>
            <p:spPr>
              <a:xfrm rot="2700000">
                <a:off x="7984440" y="27396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558;p15"/>
              <p:cNvSpPr/>
              <p:nvPr/>
            </p:nvSpPr>
            <p:spPr>
              <a:xfrm rot="2700000">
                <a:off x="8092440" y="2736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559;p15"/>
              <p:cNvSpPr/>
              <p:nvPr/>
            </p:nvSpPr>
            <p:spPr>
              <a:xfrm rot="2700000">
                <a:off x="8200800" y="2739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560;p15"/>
              <p:cNvSpPr/>
              <p:nvPr/>
            </p:nvSpPr>
            <p:spPr>
              <a:xfrm rot="2700000">
                <a:off x="8308800" y="273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561;p15"/>
              <p:cNvSpPr/>
              <p:nvPr/>
            </p:nvSpPr>
            <p:spPr>
              <a:xfrm rot="2700000">
                <a:off x="8417160" y="273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10" name="Google Shape;562;p15"/>
            <p:cNvGrpSpPr/>
            <p:nvPr/>
          </p:nvGrpSpPr>
          <p:grpSpPr>
            <a:xfrm>
              <a:off x="8266320" y="52200"/>
              <a:ext cx="823320" cy="174960"/>
              <a:chOff x="8266320" y="52200"/>
              <a:chExt cx="823320" cy="174960"/>
            </a:xfrm>
          </p:grpSpPr>
          <p:sp>
            <p:nvSpPr>
              <p:cNvPr id="211" name="Google Shape;563;p15"/>
              <p:cNvSpPr/>
              <p:nvPr/>
            </p:nvSpPr>
            <p:spPr>
              <a:xfrm rot="2700000">
                <a:off x="8291880" y="777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564;p15"/>
              <p:cNvSpPr/>
              <p:nvPr/>
            </p:nvSpPr>
            <p:spPr>
              <a:xfrm rot="2700000">
                <a:off x="8399520" y="774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565;p15"/>
              <p:cNvSpPr/>
              <p:nvPr/>
            </p:nvSpPr>
            <p:spPr>
              <a:xfrm rot="2700000">
                <a:off x="8507520" y="78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566;p15"/>
              <p:cNvSpPr/>
              <p:nvPr/>
            </p:nvSpPr>
            <p:spPr>
              <a:xfrm rot="2700000">
                <a:off x="8615520" y="7776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567;p15"/>
              <p:cNvSpPr/>
              <p:nvPr/>
            </p:nvSpPr>
            <p:spPr>
              <a:xfrm rot="2700000">
                <a:off x="8724240" y="78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568;p15"/>
              <p:cNvSpPr/>
              <p:nvPr/>
            </p:nvSpPr>
            <p:spPr>
              <a:xfrm rot="2700000">
                <a:off x="8832240" y="777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569;p15"/>
              <p:cNvSpPr/>
              <p:nvPr/>
            </p:nvSpPr>
            <p:spPr>
              <a:xfrm rot="2700000">
                <a:off x="8940600" y="774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8" name="Google Shape;570;p15"/>
            <p:cNvSpPr/>
            <p:nvPr/>
          </p:nvSpPr>
          <p:spPr>
            <a:xfrm rot="5400000">
              <a:off x="8218440" y="-6516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571;p15"/>
            <p:cNvSpPr/>
            <p:nvPr/>
          </p:nvSpPr>
          <p:spPr>
            <a:xfrm rot="10800000">
              <a:off x="8442000" y="-3657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572;p15"/>
            <p:cNvSpPr/>
            <p:nvPr/>
          </p:nvSpPr>
          <p:spPr>
            <a:xfrm rot="10800000">
              <a:off x="8566560" y="-756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573;p15"/>
            <p:cNvSpPr/>
            <p:nvPr/>
          </p:nvSpPr>
          <p:spPr>
            <a:xfrm rot="18900000" flipH="1">
              <a:off x="3268440" y="-2974680"/>
              <a:ext cx="4006080" cy="4749120"/>
            </a:xfrm>
            <a:custGeom>
              <a:avLst/>
              <a:gdLst>
                <a:gd name="textAreaLeft" fmla="*/ 360 w 4006080"/>
                <a:gd name="textAreaRight" fmla="*/ 4006800 w 4006080"/>
                <a:gd name="textAreaTop" fmla="*/ 0 h 4749120"/>
                <a:gd name="textAreaBottom" fmla="*/ 4749480 h 474912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2" name="Google Shape;574;p15"/>
          <p:cNvGrpSpPr/>
          <p:nvPr/>
        </p:nvGrpSpPr>
        <p:grpSpPr>
          <a:xfrm>
            <a:off x="-2423880" y="2074320"/>
            <a:ext cx="6274800" cy="6144120"/>
            <a:chOff x="-2423880" y="2074320"/>
            <a:chExt cx="6274800" cy="6144120"/>
          </a:xfrm>
        </p:grpSpPr>
        <p:grpSp>
          <p:nvGrpSpPr>
            <p:cNvPr id="223" name="Google Shape;575;p15"/>
            <p:cNvGrpSpPr/>
            <p:nvPr/>
          </p:nvGrpSpPr>
          <p:grpSpPr>
            <a:xfrm>
              <a:off x="-1800" y="4458240"/>
              <a:ext cx="1537920" cy="970920"/>
              <a:chOff x="-1800" y="4458240"/>
              <a:chExt cx="1537920" cy="970920"/>
            </a:xfrm>
          </p:grpSpPr>
          <p:grpSp>
            <p:nvGrpSpPr>
              <p:cNvPr id="224" name="Google Shape;576;p15"/>
              <p:cNvGrpSpPr/>
              <p:nvPr/>
            </p:nvGrpSpPr>
            <p:grpSpPr>
              <a:xfrm>
                <a:off x="-1800" y="4458240"/>
                <a:ext cx="903960" cy="865440"/>
                <a:chOff x="-1800" y="4458240"/>
                <a:chExt cx="903960" cy="865440"/>
              </a:xfrm>
            </p:grpSpPr>
            <p:grpSp>
              <p:nvGrpSpPr>
                <p:cNvPr id="225" name="Google Shape;577;p15"/>
                <p:cNvGrpSpPr/>
                <p:nvPr/>
              </p:nvGrpSpPr>
              <p:grpSpPr>
                <a:xfrm>
                  <a:off x="56160" y="4532400"/>
                  <a:ext cx="717120" cy="716760"/>
                  <a:chOff x="56160" y="4532400"/>
                  <a:chExt cx="717120" cy="716760"/>
                </a:xfrm>
              </p:grpSpPr>
              <p:sp>
                <p:nvSpPr>
                  <p:cNvPr id="226" name="Google Shape;578;p15"/>
                  <p:cNvSpPr/>
                  <p:nvPr/>
                </p:nvSpPr>
                <p:spPr>
                  <a:xfrm flipV="1">
                    <a:off x="56160" y="45324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7" name="Google Shape;579;p15"/>
                  <p:cNvSpPr/>
                  <p:nvPr/>
                </p:nvSpPr>
                <p:spPr>
                  <a:xfrm flipV="1">
                    <a:off x="132120" y="460836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8" name="Google Shape;580;p15"/>
                  <p:cNvSpPr/>
                  <p:nvPr/>
                </p:nvSpPr>
                <p:spPr>
                  <a:xfrm flipV="1">
                    <a:off x="208080" y="468432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9" name="Google Shape;581;p15"/>
                  <p:cNvSpPr/>
                  <p:nvPr/>
                </p:nvSpPr>
                <p:spPr>
                  <a:xfrm flipV="1">
                    <a:off x="284040" y="47602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30" name="Google Shape;582;p15"/>
                  <p:cNvSpPr/>
                  <p:nvPr/>
                </p:nvSpPr>
                <p:spPr>
                  <a:xfrm flipV="1">
                    <a:off x="360000" y="48358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231" name="Google Shape;583;p15"/>
                <p:cNvSpPr/>
                <p:nvPr/>
              </p:nvSpPr>
              <p:spPr>
                <a:xfrm flipV="1">
                  <a:off x="-1440" y="4458240"/>
                  <a:ext cx="903960" cy="865440"/>
                </a:xfrm>
                <a:custGeom>
                  <a:avLst/>
                  <a:gdLst>
                    <a:gd name="textAreaLeft" fmla="*/ 0 w 903960"/>
                    <a:gd name="textAreaRight" fmla="*/ 904320 w 903960"/>
                    <a:gd name="textAreaTop" fmla="*/ 360 h 865440"/>
                    <a:gd name="textAreaBottom" fmla="*/ 866160 h 8654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2" name="Google Shape;584;p15"/>
              <p:cNvGrpSpPr/>
              <p:nvPr/>
            </p:nvGrpSpPr>
            <p:grpSpPr>
              <a:xfrm>
                <a:off x="773640" y="4976280"/>
                <a:ext cx="473040" cy="452880"/>
                <a:chOff x="773640" y="4976280"/>
                <a:chExt cx="473040" cy="452880"/>
              </a:xfrm>
            </p:grpSpPr>
            <p:grpSp>
              <p:nvGrpSpPr>
                <p:cNvPr id="233" name="Google Shape;585;p15"/>
                <p:cNvGrpSpPr/>
                <p:nvPr/>
              </p:nvGrpSpPr>
              <p:grpSpPr>
                <a:xfrm>
                  <a:off x="804240" y="5014800"/>
                  <a:ext cx="375480" cy="375480"/>
                  <a:chOff x="804240" y="5014800"/>
                  <a:chExt cx="375480" cy="375480"/>
                </a:xfrm>
              </p:grpSpPr>
              <p:sp>
                <p:nvSpPr>
                  <p:cNvPr id="234" name="Google Shape;586;p15"/>
                  <p:cNvSpPr/>
                  <p:nvPr/>
                </p:nvSpPr>
                <p:spPr>
                  <a:xfrm flipV="1">
                    <a:off x="804240" y="50144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35" name="Google Shape;587;p15"/>
                  <p:cNvSpPr/>
                  <p:nvPr/>
                </p:nvSpPr>
                <p:spPr>
                  <a:xfrm flipV="1">
                    <a:off x="843840" y="50540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36" name="Google Shape;588;p15"/>
                  <p:cNvSpPr/>
                  <p:nvPr/>
                </p:nvSpPr>
                <p:spPr>
                  <a:xfrm flipV="1">
                    <a:off x="883800" y="50940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37" name="Google Shape;589;p15"/>
                  <p:cNvSpPr/>
                  <p:nvPr/>
                </p:nvSpPr>
                <p:spPr>
                  <a:xfrm flipV="1">
                    <a:off x="923400" y="51336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38" name="Google Shape;590;p15"/>
                  <p:cNvSpPr/>
                  <p:nvPr/>
                </p:nvSpPr>
                <p:spPr>
                  <a:xfrm flipV="1">
                    <a:off x="963360" y="51735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239" name="Google Shape;591;p15"/>
                <p:cNvSpPr/>
                <p:nvPr/>
              </p:nvSpPr>
              <p:spPr>
                <a:xfrm flipV="1">
                  <a:off x="773640" y="497628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0" name="Google Shape;592;p15"/>
              <p:cNvGrpSpPr/>
              <p:nvPr/>
            </p:nvGrpSpPr>
            <p:grpSpPr>
              <a:xfrm>
                <a:off x="719640" y="4590360"/>
                <a:ext cx="473040" cy="452880"/>
                <a:chOff x="719640" y="4590360"/>
                <a:chExt cx="473040" cy="452880"/>
              </a:xfrm>
            </p:grpSpPr>
            <p:grpSp>
              <p:nvGrpSpPr>
                <p:cNvPr id="241" name="Google Shape;593;p15"/>
                <p:cNvGrpSpPr/>
                <p:nvPr/>
              </p:nvGrpSpPr>
              <p:grpSpPr>
                <a:xfrm>
                  <a:off x="749880" y="4628880"/>
                  <a:ext cx="375480" cy="375480"/>
                  <a:chOff x="749880" y="4628880"/>
                  <a:chExt cx="375480" cy="375480"/>
                </a:xfrm>
              </p:grpSpPr>
              <p:sp>
                <p:nvSpPr>
                  <p:cNvPr id="242" name="Google Shape;594;p15"/>
                  <p:cNvSpPr/>
                  <p:nvPr/>
                </p:nvSpPr>
                <p:spPr>
                  <a:xfrm flipV="1">
                    <a:off x="749880" y="46285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3" name="Google Shape;595;p15"/>
                  <p:cNvSpPr/>
                  <p:nvPr/>
                </p:nvSpPr>
                <p:spPr>
                  <a:xfrm flipV="1">
                    <a:off x="789840" y="46681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4" name="Google Shape;596;p15"/>
                  <p:cNvSpPr/>
                  <p:nvPr/>
                </p:nvSpPr>
                <p:spPr>
                  <a:xfrm flipV="1">
                    <a:off x="829800" y="47080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5" name="Google Shape;597;p15"/>
                  <p:cNvSpPr/>
                  <p:nvPr/>
                </p:nvSpPr>
                <p:spPr>
                  <a:xfrm flipV="1">
                    <a:off x="869400" y="47476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6" name="Google Shape;598;p15"/>
                  <p:cNvSpPr/>
                  <p:nvPr/>
                </p:nvSpPr>
                <p:spPr>
                  <a:xfrm flipV="1">
                    <a:off x="909000" y="47876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247" name="Google Shape;599;p15"/>
                <p:cNvSpPr/>
                <p:nvPr/>
              </p:nvSpPr>
              <p:spPr>
                <a:xfrm flipV="1">
                  <a:off x="719640" y="459036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8" name="Google Shape;600;p15"/>
              <p:cNvGrpSpPr/>
              <p:nvPr/>
            </p:nvGrpSpPr>
            <p:grpSpPr>
              <a:xfrm>
                <a:off x="1063080" y="4759560"/>
                <a:ext cx="473040" cy="452880"/>
                <a:chOff x="1063080" y="4759560"/>
                <a:chExt cx="473040" cy="452880"/>
              </a:xfrm>
            </p:grpSpPr>
            <p:grpSp>
              <p:nvGrpSpPr>
                <p:cNvPr id="249" name="Google Shape;601;p15"/>
                <p:cNvGrpSpPr/>
                <p:nvPr/>
              </p:nvGrpSpPr>
              <p:grpSpPr>
                <a:xfrm>
                  <a:off x="1093680" y="4798080"/>
                  <a:ext cx="375480" cy="375120"/>
                  <a:chOff x="1093680" y="4798080"/>
                  <a:chExt cx="375480" cy="375120"/>
                </a:xfrm>
              </p:grpSpPr>
              <p:sp>
                <p:nvSpPr>
                  <p:cNvPr id="250" name="Google Shape;602;p15"/>
                  <p:cNvSpPr/>
                  <p:nvPr/>
                </p:nvSpPr>
                <p:spPr>
                  <a:xfrm flipV="1">
                    <a:off x="1093680" y="47977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1" name="Google Shape;603;p15"/>
                  <p:cNvSpPr/>
                  <p:nvPr/>
                </p:nvSpPr>
                <p:spPr>
                  <a:xfrm flipV="1">
                    <a:off x="1133280" y="48373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2" name="Google Shape;604;p15"/>
                  <p:cNvSpPr/>
                  <p:nvPr/>
                </p:nvSpPr>
                <p:spPr>
                  <a:xfrm flipV="1">
                    <a:off x="1173240" y="48772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3" name="Google Shape;605;p15"/>
                  <p:cNvSpPr/>
                  <p:nvPr/>
                </p:nvSpPr>
                <p:spPr>
                  <a:xfrm flipV="1">
                    <a:off x="1212840" y="49168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4" name="Google Shape;606;p15"/>
                  <p:cNvSpPr/>
                  <p:nvPr/>
                </p:nvSpPr>
                <p:spPr>
                  <a:xfrm flipV="1">
                    <a:off x="1252800" y="49564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255" name="Google Shape;607;p15"/>
                <p:cNvSpPr/>
                <p:nvPr/>
              </p:nvSpPr>
              <p:spPr>
                <a:xfrm flipV="1">
                  <a:off x="1063080" y="475956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56" name="Google Shape;608;p15"/>
            <p:cNvGrpSpPr/>
            <p:nvPr/>
          </p:nvGrpSpPr>
          <p:grpSpPr>
            <a:xfrm>
              <a:off x="-2423880" y="2074320"/>
              <a:ext cx="5850000" cy="6144120"/>
              <a:chOff x="-2423880" y="2074320"/>
              <a:chExt cx="5850000" cy="6144120"/>
            </a:xfrm>
          </p:grpSpPr>
          <p:sp>
            <p:nvSpPr>
              <p:cNvPr id="257" name="Google Shape;609;p15"/>
              <p:cNvSpPr/>
              <p:nvPr/>
            </p:nvSpPr>
            <p:spPr>
              <a:xfrm rot="11079000" flipV="1">
                <a:off x="-558720" y="3920760"/>
                <a:ext cx="2780280" cy="2407680"/>
              </a:xfrm>
              <a:custGeom>
                <a:avLst/>
                <a:gdLst>
                  <a:gd name="textAreaLeft" fmla="*/ 0 w 2780280"/>
                  <a:gd name="textAreaRight" fmla="*/ 2780640 w 2780280"/>
                  <a:gd name="textAreaTop" fmla="*/ 360 h 2407680"/>
                  <a:gd name="textAreaBottom" fmla="*/ 2408400 h 2407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53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258" name="Google Shape;610;p15"/>
              <p:cNvPicPr/>
              <p:nvPr/>
            </p:nvPicPr>
            <p:blipFill>
              <a:blip r:embed="rId2"/>
              <a:srcRect t="17653" b="17662"/>
              <a:stretch/>
            </p:blipFill>
            <p:spPr>
              <a:xfrm rot="18279000" flipH="1">
                <a:off x="-1943640" y="3280320"/>
                <a:ext cx="4889520" cy="3731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259" name="Google Shape;611;p15"/>
            <p:cNvSpPr/>
            <p:nvPr/>
          </p:nvSpPr>
          <p:spPr>
            <a:xfrm rot="18900000" flipH="1">
              <a:off x="272880" y="332208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60" name="Google Shape;612;p15"/>
            <p:cNvGrpSpPr/>
            <p:nvPr/>
          </p:nvGrpSpPr>
          <p:grpSpPr>
            <a:xfrm>
              <a:off x="1486440" y="4807440"/>
              <a:ext cx="1136880" cy="87840"/>
              <a:chOff x="1486440" y="4807440"/>
              <a:chExt cx="1136880" cy="87840"/>
            </a:xfrm>
          </p:grpSpPr>
          <p:sp>
            <p:nvSpPr>
              <p:cNvPr id="261" name="Google Shape;613;p15"/>
              <p:cNvSpPr/>
              <p:nvPr/>
            </p:nvSpPr>
            <p:spPr>
              <a:xfrm rot="5400000">
                <a:off x="2048760" y="4245120"/>
                <a:ext cx="12240" cy="11368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136880"/>
                  <a:gd name="textAreaBottom" fmla="*/ 1137240 h 11368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614;p15"/>
              <p:cNvSpPr/>
              <p:nvPr/>
            </p:nvSpPr>
            <p:spPr>
              <a:xfrm rot="5400000">
                <a:off x="2048760" y="4320720"/>
                <a:ext cx="12240" cy="11368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136880"/>
                  <a:gd name="textAreaBottom" fmla="*/ 1137240 h 11368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64" name="Google Shape;617;p16"/>
          <p:cNvGrpSpPr/>
          <p:nvPr/>
        </p:nvGrpSpPr>
        <p:grpSpPr>
          <a:xfrm>
            <a:off x="7810200" y="-621720"/>
            <a:ext cx="2587680" cy="2724840"/>
            <a:chOff x="7810200" y="-621720"/>
            <a:chExt cx="2587680" cy="2724840"/>
          </a:xfrm>
        </p:grpSpPr>
        <p:grpSp>
          <p:nvGrpSpPr>
            <p:cNvPr id="265" name="Google Shape;618;p16"/>
            <p:cNvGrpSpPr/>
            <p:nvPr/>
          </p:nvGrpSpPr>
          <p:grpSpPr>
            <a:xfrm>
              <a:off x="8520840" y="-90720"/>
              <a:ext cx="904680" cy="725400"/>
              <a:chOff x="8520840" y="-90720"/>
              <a:chExt cx="904680" cy="725400"/>
            </a:xfrm>
          </p:grpSpPr>
          <p:sp>
            <p:nvSpPr>
              <p:cNvPr id="266" name="Google Shape;619;p16"/>
              <p:cNvSpPr/>
              <p:nvPr/>
            </p:nvSpPr>
            <p:spPr>
              <a:xfrm>
                <a:off x="8752680" y="5220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620;p16"/>
              <p:cNvSpPr/>
              <p:nvPr/>
            </p:nvSpPr>
            <p:spPr>
              <a:xfrm>
                <a:off x="8740080" y="-9072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621;p16"/>
              <p:cNvSpPr/>
              <p:nvPr/>
            </p:nvSpPr>
            <p:spPr>
              <a:xfrm>
                <a:off x="8520840" y="52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9" name="Google Shape;622;p16"/>
            <p:cNvGrpSpPr/>
            <p:nvPr/>
          </p:nvGrpSpPr>
          <p:grpSpPr>
            <a:xfrm>
              <a:off x="8869320" y="-621720"/>
              <a:ext cx="324360" cy="1787760"/>
              <a:chOff x="8869320" y="-621720"/>
              <a:chExt cx="324360" cy="1787760"/>
            </a:xfrm>
          </p:grpSpPr>
          <p:sp>
            <p:nvSpPr>
              <p:cNvPr id="270" name="Google Shape;623;p16"/>
              <p:cNvSpPr/>
              <p:nvPr/>
            </p:nvSpPr>
            <p:spPr>
              <a:xfrm rot="10800000">
                <a:off x="8869320" y="-6217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71" name="Google Shape;624;p16"/>
              <p:cNvGrpSpPr/>
              <p:nvPr/>
            </p:nvGrpSpPr>
            <p:grpSpPr>
              <a:xfrm>
                <a:off x="9011160" y="983520"/>
                <a:ext cx="182520" cy="182520"/>
                <a:chOff x="9011160" y="983520"/>
                <a:chExt cx="182520" cy="182520"/>
              </a:xfrm>
            </p:grpSpPr>
            <p:sp>
              <p:nvSpPr>
                <p:cNvPr id="272" name="Google Shape;625;p16"/>
                <p:cNvSpPr/>
                <p:nvPr/>
              </p:nvSpPr>
              <p:spPr>
                <a:xfrm rot="1800000">
                  <a:off x="9035640" y="10076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626;p16"/>
                <p:cNvSpPr/>
                <p:nvPr/>
              </p:nvSpPr>
              <p:spPr>
                <a:xfrm rot="1800000">
                  <a:off x="9062280" y="10382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274" name="Google Shape;627;p16"/>
            <p:cNvSpPr/>
            <p:nvPr/>
          </p:nvSpPr>
          <p:spPr>
            <a:xfrm rot="2700000">
              <a:off x="8482320" y="-422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628;p16"/>
            <p:cNvSpPr/>
            <p:nvPr/>
          </p:nvSpPr>
          <p:spPr>
            <a:xfrm rot="2700000">
              <a:off x="8744040" y="-21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6" name="Google Shape;629;p16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277" name="Google Shape;630;p1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78" name="Google Shape;631;p16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279" name="Google Shape;632;p16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31000"/>
                    </a:srgbClr>
                  </a:gs>
                  <a:gs pos="40000">
                    <a:srgbClr val="FF9900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80" name="Google Shape;633;p16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281" name="Google Shape;634;p16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635;p16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283" name="Google Shape;636;p16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284" name="Google Shape;637;p16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638;p16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6" name="Google Shape;639;p16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287" name="Google Shape;640;p1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8" name="Google Shape;641;p16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89" name="Google Shape;642;p16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290" name="Google Shape;643;p16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291" name="Google Shape;644;p16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" name="Google Shape;645;p16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" name="Google Shape;646;p16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" name="Google Shape;647;p16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" name="Google Shape;648;p16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6" name="Google Shape;649;p16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7" name="Google Shape;650;p16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8" name="Google Shape;651;p16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299" name="Google Shape;652;p16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0" name="Google Shape;653;p16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1" name="Google Shape;654;p16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2" name="Google Shape;655;p16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656;p16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657;p16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5" name="Google Shape;658;p16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06" name="Google Shape;659;p16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307" name="Google Shape;660;p16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661;p16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9" name="Google Shape;662;p16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0" name="Google Shape;663;p16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664;p16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665;p16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666;p16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4" name="Google Shape;667;p16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315" name="Google Shape;668;p16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16" name="Google Shape;669;p16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17" name="Google Shape;670;p16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877;p22"/>
          <p:cNvGrpSpPr/>
          <p:nvPr/>
        </p:nvGrpSpPr>
        <p:grpSpPr>
          <a:xfrm>
            <a:off x="4845240" y="2444760"/>
            <a:ext cx="4759200" cy="4752720"/>
            <a:chOff x="4845240" y="2444760"/>
            <a:chExt cx="4759200" cy="4752720"/>
          </a:xfrm>
        </p:grpSpPr>
        <p:pic>
          <p:nvPicPr>
            <p:cNvPr id="560" name="Google Shape;878;p22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flipH="1">
              <a:off x="5988960" y="354204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61" name="Google Shape;879;p22"/>
            <p:cNvGrpSpPr/>
            <p:nvPr/>
          </p:nvGrpSpPr>
          <p:grpSpPr>
            <a:xfrm>
              <a:off x="4845240" y="2444760"/>
              <a:ext cx="4759200" cy="4752720"/>
              <a:chOff x="4845240" y="2444760"/>
              <a:chExt cx="4759200" cy="4752720"/>
            </a:xfrm>
          </p:grpSpPr>
          <p:grpSp>
            <p:nvGrpSpPr>
              <p:cNvPr id="562" name="Google Shape;880;p22"/>
              <p:cNvGrpSpPr/>
              <p:nvPr/>
            </p:nvGrpSpPr>
            <p:grpSpPr>
              <a:xfrm>
                <a:off x="8521560" y="3363480"/>
                <a:ext cx="237600" cy="2083680"/>
                <a:chOff x="8521560" y="3363480"/>
                <a:chExt cx="237600" cy="2083680"/>
              </a:xfrm>
            </p:grpSpPr>
            <p:sp>
              <p:nvSpPr>
                <p:cNvPr id="563" name="Google Shape;881;p22"/>
                <p:cNvSpPr/>
                <p:nvPr/>
              </p:nvSpPr>
              <p:spPr>
                <a:xfrm rot="10800000">
                  <a:off x="8745120" y="336348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2083680"/>
                    <a:gd name="textAreaBottom" fmla="*/ 208404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4" name="Google Shape;882;p22"/>
                <p:cNvSpPr/>
                <p:nvPr/>
              </p:nvSpPr>
              <p:spPr>
                <a:xfrm rot="10800000">
                  <a:off x="8521560" y="336348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2083680"/>
                    <a:gd name="textAreaBottom" fmla="*/ 208404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65" name="Google Shape;883;p22"/>
              <p:cNvGrpSpPr/>
              <p:nvPr/>
            </p:nvGrpSpPr>
            <p:grpSpPr>
              <a:xfrm>
                <a:off x="4845240" y="2444760"/>
                <a:ext cx="4479480" cy="4752720"/>
                <a:chOff x="4845240" y="2444760"/>
                <a:chExt cx="4479480" cy="4752720"/>
              </a:xfrm>
            </p:grpSpPr>
            <p:sp>
              <p:nvSpPr>
                <p:cNvPr id="566" name="Google Shape;884;p22"/>
                <p:cNvSpPr/>
                <p:nvPr/>
              </p:nvSpPr>
              <p:spPr>
                <a:xfrm rot="2700000">
                  <a:off x="5635440" y="2966040"/>
                  <a:ext cx="2898720" cy="3436200"/>
                </a:xfrm>
                <a:custGeom>
                  <a:avLst/>
                  <a:gdLst>
                    <a:gd name="textAreaLeft" fmla="*/ 0 w 2898720"/>
                    <a:gd name="textAreaRight" fmla="*/ 2899080 w 2898720"/>
                    <a:gd name="textAreaTop" fmla="*/ 0 h 3436200"/>
                    <a:gd name="textAreaBottom" fmla="*/ 343656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7" name="Google Shape;885;p22"/>
                <p:cNvSpPr/>
                <p:nvPr/>
              </p:nvSpPr>
              <p:spPr>
                <a:xfrm rot="2700000">
                  <a:off x="6684120" y="334800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0 h 2212200"/>
                    <a:gd name="textAreaBottom" fmla="*/ 221256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8" name="Google Shape;886;p22"/>
                <p:cNvSpPr/>
                <p:nvPr/>
              </p:nvSpPr>
              <p:spPr>
                <a:xfrm rot="2700000">
                  <a:off x="6005520" y="3229200"/>
                  <a:ext cx="2281320" cy="370404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0 h 3704040"/>
                    <a:gd name="textAreaBottom" fmla="*/ 3704400 h 370404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69" name="Google Shape;887;p22"/>
              <p:cNvGrpSpPr/>
              <p:nvPr/>
            </p:nvGrpSpPr>
            <p:grpSpPr>
              <a:xfrm>
                <a:off x="8240760" y="4132440"/>
                <a:ext cx="798840" cy="546120"/>
                <a:chOff x="8240760" y="4132440"/>
                <a:chExt cx="798840" cy="546120"/>
              </a:xfrm>
            </p:grpSpPr>
            <p:grpSp>
              <p:nvGrpSpPr>
                <p:cNvPr id="570" name="Google Shape;888;p22"/>
                <p:cNvGrpSpPr/>
                <p:nvPr/>
              </p:nvGrpSpPr>
              <p:grpSpPr>
                <a:xfrm>
                  <a:off x="8493480" y="4132440"/>
                  <a:ext cx="546120" cy="546120"/>
                  <a:chOff x="8493480" y="4132440"/>
                  <a:chExt cx="546120" cy="546120"/>
                </a:xfrm>
              </p:grpSpPr>
              <p:sp>
                <p:nvSpPr>
                  <p:cNvPr id="571" name="Google Shape;889;p22"/>
                  <p:cNvSpPr/>
                  <p:nvPr/>
                </p:nvSpPr>
                <p:spPr>
                  <a:xfrm rot="13500000">
                    <a:off x="8569080" y="421668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377640"/>
                      <a:gd name="textAreaBottom" fmla="*/ 37800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572" name="Google Shape;890;p22"/>
                  <p:cNvGrpSpPr/>
                  <p:nvPr/>
                </p:nvGrpSpPr>
                <p:grpSpPr>
                  <a:xfrm>
                    <a:off x="8546040" y="4307760"/>
                    <a:ext cx="442440" cy="255600"/>
                    <a:chOff x="8546040" y="4307760"/>
                    <a:chExt cx="442440" cy="255600"/>
                  </a:xfrm>
                </p:grpSpPr>
                <p:sp>
                  <p:nvSpPr>
                    <p:cNvPr id="573" name="Google Shape;891;p22"/>
                    <p:cNvSpPr/>
                    <p:nvPr/>
                  </p:nvSpPr>
                  <p:spPr>
                    <a:xfrm rot="13500000">
                      <a:off x="87706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74" name="Google Shape;892;p22"/>
                    <p:cNvSpPr/>
                    <p:nvPr/>
                  </p:nvSpPr>
                  <p:spPr>
                    <a:xfrm rot="13500000">
                      <a:off x="8723880" y="4345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75" name="Google Shape;893;p22"/>
                    <p:cNvSpPr/>
                    <p:nvPr/>
                  </p:nvSpPr>
                  <p:spPr>
                    <a:xfrm rot="13500000">
                      <a:off x="86770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76" name="Google Shape;894;p22"/>
                    <p:cNvSpPr/>
                    <p:nvPr/>
                  </p:nvSpPr>
                  <p:spPr>
                    <a:xfrm rot="13500000">
                      <a:off x="86302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77" name="Google Shape;895;p22"/>
                    <p:cNvSpPr/>
                    <p:nvPr/>
                  </p:nvSpPr>
                  <p:spPr>
                    <a:xfrm rot="13500000">
                      <a:off x="8583120" y="4345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78" name="Google Shape;896;p22"/>
                <p:cNvSpPr/>
                <p:nvPr/>
              </p:nvSpPr>
              <p:spPr>
                <a:xfrm rot="8100000">
                  <a:off x="8290440" y="42930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0 h 294480"/>
                    <a:gd name="textAreaBottom" fmla="*/ 29484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79" name="Google Shape;897;p22"/>
              <p:cNvGrpSpPr/>
              <p:nvPr/>
            </p:nvGrpSpPr>
            <p:grpSpPr>
              <a:xfrm>
                <a:off x="7272000" y="4925520"/>
                <a:ext cx="676080" cy="462240"/>
                <a:chOff x="7272000" y="4925520"/>
                <a:chExt cx="676080" cy="462240"/>
              </a:xfrm>
            </p:grpSpPr>
            <p:grpSp>
              <p:nvGrpSpPr>
                <p:cNvPr id="580" name="Google Shape;898;p22"/>
                <p:cNvGrpSpPr/>
                <p:nvPr/>
              </p:nvGrpSpPr>
              <p:grpSpPr>
                <a:xfrm>
                  <a:off x="7485840" y="4925520"/>
                  <a:ext cx="462240" cy="462240"/>
                  <a:chOff x="7485840" y="4925520"/>
                  <a:chExt cx="462240" cy="462240"/>
                </a:xfrm>
              </p:grpSpPr>
              <p:sp>
                <p:nvSpPr>
                  <p:cNvPr id="581" name="Google Shape;899;p22"/>
                  <p:cNvSpPr/>
                  <p:nvPr/>
                </p:nvSpPr>
                <p:spPr>
                  <a:xfrm rot="13500000">
                    <a:off x="7549560" y="49964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0 h 319680"/>
                      <a:gd name="textAreaBottom" fmla="*/ 32004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582" name="Google Shape;900;p22"/>
                  <p:cNvGrpSpPr/>
                  <p:nvPr/>
                </p:nvGrpSpPr>
                <p:grpSpPr>
                  <a:xfrm>
                    <a:off x="7530480" y="5074200"/>
                    <a:ext cx="374760" cy="216000"/>
                    <a:chOff x="7530480" y="5074200"/>
                    <a:chExt cx="374760" cy="216000"/>
                  </a:xfrm>
                </p:grpSpPr>
                <p:sp>
                  <p:nvSpPr>
                    <p:cNvPr id="583" name="Google Shape;901;p22"/>
                    <p:cNvSpPr/>
                    <p:nvPr/>
                  </p:nvSpPr>
                  <p:spPr>
                    <a:xfrm rot="13500000">
                      <a:off x="772092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84" name="Google Shape;902;p22"/>
                    <p:cNvSpPr/>
                    <p:nvPr/>
                  </p:nvSpPr>
                  <p:spPr>
                    <a:xfrm rot="13500000">
                      <a:off x="76809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85" name="Google Shape;903;p22"/>
                    <p:cNvSpPr/>
                    <p:nvPr/>
                  </p:nvSpPr>
                  <p:spPr>
                    <a:xfrm rot="13500000">
                      <a:off x="76413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86" name="Google Shape;904;p22"/>
                    <p:cNvSpPr/>
                    <p:nvPr/>
                  </p:nvSpPr>
                  <p:spPr>
                    <a:xfrm rot="13500000">
                      <a:off x="76017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87" name="Google Shape;905;p22"/>
                    <p:cNvSpPr/>
                    <p:nvPr/>
                  </p:nvSpPr>
                  <p:spPr>
                    <a:xfrm rot="13500000">
                      <a:off x="75621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88" name="Google Shape;906;p22"/>
                <p:cNvSpPr/>
                <p:nvPr/>
              </p:nvSpPr>
              <p:spPr>
                <a:xfrm rot="8100000">
                  <a:off x="7314120" y="5061600"/>
                  <a:ext cx="313920" cy="249120"/>
                </a:xfrm>
                <a:custGeom>
                  <a:avLst/>
                  <a:gdLst>
                    <a:gd name="textAreaLeft" fmla="*/ 0 w 313920"/>
                    <a:gd name="textAreaRight" fmla="*/ 314280 w 313920"/>
                    <a:gd name="textAreaTop" fmla="*/ 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89" name="Google Shape;907;p22"/>
              <p:cNvGrpSpPr/>
              <p:nvPr/>
            </p:nvGrpSpPr>
            <p:grpSpPr>
              <a:xfrm>
                <a:off x="7736400" y="4883760"/>
                <a:ext cx="798840" cy="546120"/>
                <a:chOff x="7736400" y="4883760"/>
                <a:chExt cx="798840" cy="546120"/>
              </a:xfrm>
            </p:grpSpPr>
            <p:grpSp>
              <p:nvGrpSpPr>
                <p:cNvPr id="590" name="Google Shape;908;p22"/>
                <p:cNvGrpSpPr/>
                <p:nvPr/>
              </p:nvGrpSpPr>
              <p:grpSpPr>
                <a:xfrm>
                  <a:off x="7989120" y="4883760"/>
                  <a:ext cx="546120" cy="546120"/>
                  <a:chOff x="7989120" y="4883760"/>
                  <a:chExt cx="546120" cy="546120"/>
                </a:xfrm>
              </p:grpSpPr>
              <p:sp>
                <p:nvSpPr>
                  <p:cNvPr id="591" name="Google Shape;909;p22"/>
                  <p:cNvSpPr/>
                  <p:nvPr/>
                </p:nvSpPr>
                <p:spPr>
                  <a:xfrm rot="13500000">
                    <a:off x="8064720" y="496800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377640"/>
                      <a:gd name="textAreaBottom" fmla="*/ 37800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/>
                      </a:gs>
                      <a:gs pos="18000">
                        <a:srgbClr val="F5F8FF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rgbClr val="F5F8FF"/>
                      </a:gs>
                      <a:gs pos="100000">
                        <a:srgbClr val="9900FF">
                          <a:alpha val="29000"/>
                        </a:srgbClr>
                      </a:gs>
                    </a:gsLst>
                    <a:path path="circle">
                      <a:fillToRect r="100000" b="10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592" name="Google Shape;910;p22"/>
                  <p:cNvGrpSpPr/>
                  <p:nvPr/>
                </p:nvGrpSpPr>
                <p:grpSpPr>
                  <a:xfrm>
                    <a:off x="8041680" y="5059080"/>
                    <a:ext cx="442440" cy="255600"/>
                    <a:chOff x="8041680" y="5059080"/>
                    <a:chExt cx="442440" cy="255600"/>
                  </a:xfrm>
                </p:grpSpPr>
                <p:sp>
                  <p:nvSpPr>
                    <p:cNvPr id="593" name="Google Shape;911;p22"/>
                    <p:cNvSpPr/>
                    <p:nvPr/>
                  </p:nvSpPr>
                  <p:spPr>
                    <a:xfrm rot="13500000">
                      <a:off x="82663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94" name="Google Shape;912;p22"/>
                    <p:cNvSpPr/>
                    <p:nvPr/>
                  </p:nvSpPr>
                  <p:spPr>
                    <a:xfrm rot="13500000">
                      <a:off x="8219520" y="509652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95" name="Google Shape;913;p22"/>
                    <p:cNvSpPr/>
                    <p:nvPr/>
                  </p:nvSpPr>
                  <p:spPr>
                    <a:xfrm rot="13500000">
                      <a:off x="81727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96" name="Google Shape;914;p22"/>
                    <p:cNvSpPr/>
                    <p:nvPr/>
                  </p:nvSpPr>
                  <p:spPr>
                    <a:xfrm rot="13500000">
                      <a:off x="81259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597" name="Google Shape;915;p22"/>
                    <p:cNvSpPr/>
                    <p:nvPr/>
                  </p:nvSpPr>
                  <p:spPr>
                    <a:xfrm rot="13500000">
                      <a:off x="8078760" y="509652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98" name="Google Shape;916;p22"/>
                <p:cNvSpPr/>
                <p:nvPr/>
              </p:nvSpPr>
              <p:spPr>
                <a:xfrm rot="8100000">
                  <a:off x="7786080" y="504432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0 h 294480"/>
                    <a:gd name="textAreaBottom" fmla="*/ 29484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99" name="Google Shape;917;p22"/>
              <p:cNvGrpSpPr/>
              <p:nvPr/>
            </p:nvGrpSpPr>
            <p:grpSpPr>
              <a:xfrm>
                <a:off x="7615800" y="4205160"/>
                <a:ext cx="1988640" cy="1470960"/>
                <a:chOff x="7615800" y="4205160"/>
                <a:chExt cx="1988640" cy="1470960"/>
              </a:xfrm>
            </p:grpSpPr>
            <p:sp>
              <p:nvSpPr>
                <p:cNvPr id="600" name="Google Shape;918;p22"/>
                <p:cNvSpPr/>
                <p:nvPr/>
              </p:nvSpPr>
              <p:spPr>
                <a:xfrm rot="13500000">
                  <a:off x="7819560" y="4431600"/>
                  <a:ext cx="1062720" cy="1017720"/>
                </a:xfrm>
                <a:custGeom>
                  <a:avLst/>
                  <a:gdLst>
                    <a:gd name="textAreaLeft" fmla="*/ 0 w 1062720"/>
                    <a:gd name="textAreaRight" fmla="*/ 1063080 w 1062720"/>
                    <a:gd name="textAreaTop" fmla="*/ 0 h 1017720"/>
                    <a:gd name="textAreaBottom" fmla="*/ 101808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1" name="Google Shape;919;p22"/>
                <p:cNvSpPr/>
                <p:nvPr/>
              </p:nvSpPr>
              <p:spPr>
                <a:xfrm rot="13500000">
                  <a:off x="8337240" y="4431600"/>
                  <a:ext cx="1062720" cy="1017720"/>
                </a:xfrm>
                <a:custGeom>
                  <a:avLst/>
                  <a:gdLst>
                    <a:gd name="textAreaLeft" fmla="*/ 0 w 1062720"/>
                    <a:gd name="textAreaRight" fmla="*/ 1063080 w 1062720"/>
                    <a:gd name="textAreaTop" fmla="*/ 0 h 1017720"/>
                    <a:gd name="textAreaBottom" fmla="*/ 101808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02" name="Google Shape;920;p22"/>
            <p:cNvGrpSpPr/>
            <p:nvPr/>
          </p:nvGrpSpPr>
          <p:grpSpPr>
            <a:xfrm>
              <a:off x="5653800" y="5133600"/>
              <a:ext cx="438840" cy="438840"/>
              <a:chOff x="5653800" y="5133600"/>
              <a:chExt cx="438840" cy="438840"/>
            </a:xfrm>
          </p:grpSpPr>
          <p:sp>
            <p:nvSpPr>
              <p:cNvPr id="603" name="Google Shape;921;p22"/>
              <p:cNvSpPr/>
              <p:nvPr/>
            </p:nvSpPr>
            <p:spPr>
              <a:xfrm>
                <a:off x="5653800" y="513360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4" name="Google Shape;922;p22"/>
              <p:cNvSpPr/>
              <p:nvPr/>
            </p:nvSpPr>
            <p:spPr>
              <a:xfrm>
                <a:off x="5742360" y="523368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290480" cy="34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7" name="PlaceHolder 3"/>
          <p:cNvSpPr>
            <a:spLocks noGrp="1"/>
          </p:cNvSpPr>
          <p:nvPr>
            <p:ph type="body"/>
          </p:nvPr>
        </p:nvSpPr>
        <p:spPr>
          <a:xfrm>
            <a:off x="5249160" y="1139400"/>
            <a:ext cx="3174480" cy="34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608" name="Google Shape;926;p22"/>
          <p:cNvGrpSpPr/>
          <p:nvPr/>
        </p:nvGrpSpPr>
        <p:grpSpPr>
          <a:xfrm>
            <a:off x="-913680" y="-2334600"/>
            <a:ext cx="4759560" cy="4753080"/>
            <a:chOff x="-913680" y="-2334600"/>
            <a:chExt cx="4759560" cy="4753080"/>
          </a:xfrm>
        </p:grpSpPr>
        <p:grpSp>
          <p:nvGrpSpPr>
            <p:cNvPr id="609" name="Google Shape;927;p22"/>
            <p:cNvGrpSpPr/>
            <p:nvPr/>
          </p:nvGrpSpPr>
          <p:grpSpPr>
            <a:xfrm>
              <a:off x="-913680" y="-812880"/>
              <a:ext cx="1988280" cy="1470960"/>
              <a:chOff x="-913680" y="-812880"/>
              <a:chExt cx="1988280" cy="1470960"/>
            </a:xfrm>
          </p:grpSpPr>
          <p:sp>
            <p:nvSpPr>
              <p:cNvPr id="610" name="Google Shape;928;p22"/>
              <p:cNvSpPr/>
              <p:nvPr/>
            </p:nvSpPr>
            <p:spPr>
              <a:xfrm rot="2700000">
                <a:off x="-191880" y="-586080"/>
                <a:ext cx="1062720" cy="1017720"/>
              </a:xfrm>
              <a:custGeom>
                <a:avLst/>
                <a:gdLst>
                  <a:gd name="textAreaLeft" fmla="*/ 0 w 1062720"/>
                  <a:gd name="textAreaRight" fmla="*/ 1063080 w 1062720"/>
                  <a:gd name="textAreaTop" fmla="*/ 0 h 1017720"/>
                  <a:gd name="textAreaBottom" fmla="*/ 1018080 h 10177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1" name="Google Shape;929;p22"/>
              <p:cNvSpPr/>
              <p:nvPr/>
            </p:nvSpPr>
            <p:spPr>
              <a:xfrm rot="2700000">
                <a:off x="-709200" y="-586080"/>
                <a:ext cx="1062720" cy="1017720"/>
              </a:xfrm>
              <a:custGeom>
                <a:avLst/>
                <a:gdLst>
                  <a:gd name="textAreaLeft" fmla="*/ 0 w 1062720"/>
                  <a:gd name="textAreaRight" fmla="*/ 1063080 w 1062720"/>
                  <a:gd name="textAreaTop" fmla="*/ 0 h 1017720"/>
                  <a:gd name="textAreaBottom" fmla="*/ 1018080 h 10177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12" name="Google Shape;930;p22"/>
            <p:cNvGrpSpPr/>
            <p:nvPr/>
          </p:nvGrpSpPr>
          <p:grpSpPr>
            <a:xfrm>
              <a:off x="-633960" y="-2334600"/>
              <a:ext cx="4479840" cy="4753080"/>
              <a:chOff x="-633960" y="-2334600"/>
              <a:chExt cx="4479840" cy="4753080"/>
            </a:xfrm>
          </p:grpSpPr>
          <p:sp>
            <p:nvSpPr>
              <p:cNvPr id="613" name="Google Shape;931;p22"/>
              <p:cNvSpPr/>
              <p:nvPr/>
            </p:nvSpPr>
            <p:spPr>
              <a:xfrm rot="13500000">
                <a:off x="156600" y="-1539360"/>
                <a:ext cx="2898720" cy="3436560"/>
              </a:xfrm>
              <a:custGeom>
                <a:avLst/>
                <a:gdLst>
                  <a:gd name="textAreaLeft" fmla="*/ 0 w 2898720"/>
                  <a:gd name="textAreaRight" fmla="*/ 2899080 w 2898720"/>
                  <a:gd name="textAreaTop" fmla="*/ 0 h 3436560"/>
                  <a:gd name="textAreaBottom" fmla="*/ 3436920 h 34365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4" name="Google Shape;932;p22"/>
              <p:cNvSpPr/>
              <p:nvPr/>
            </p:nvSpPr>
            <p:spPr>
              <a:xfrm rot="13500000">
                <a:off x="-110160" y="-696960"/>
                <a:ext cx="2116440" cy="2212200"/>
              </a:xfrm>
              <a:custGeom>
                <a:avLst/>
                <a:gdLst>
                  <a:gd name="textAreaLeft" fmla="*/ 0 w 2116440"/>
                  <a:gd name="textAreaRight" fmla="*/ 2116800 w 2116440"/>
                  <a:gd name="textAreaTop" fmla="*/ 0 h 2212200"/>
                  <a:gd name="textAreaBottom" fmla="*/ 2212560 h 22122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5" name="Google Shape;933;p22"/>
              <p:cNvSpPr/>
              <p:nvPr/>
            </p:nvSpPr>
            <p:spPr>
              <a:xfrm rot="13500000">
                <a:off x="402840" y="-2070360"/>
                <a:ext cx="2281680" cy="3704040"/>
              </a:xfrm>
              <a:custGeom>
                <a:avLst/>
                <a:gdLst>
                  <a:gd name="textAreaLeft" fmla="*/ 0 w 2281680"/>
                  <a:gd name="textAreaRight" fmla="*/ 2282040 w 2281680"/>
                  <a:gd name="textAreaTop" fmla="*/ 0 h 3704040"/>
                  <a:gd name="textAreaBottom" fmla="*/ 3704400 h 37040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16" name="Google Shape;934;p22"/>
            <p:cNvGrpSpPr/>
            <p:nvPr/>
          </p:nvGrpSpPr>
          <p:grpSpPr>
            <a:xfrm>
              <a:off x="-348840" y="185040"/>
              <a:ext cx="798840" cy="546120"/>
              <a:chOff x="-348840" y="185040"/>
              <a:chExt cx="798840" cy="546120"/>
            </a:xfrm>
          </p:grpSpPr>
          <p:grpSp>
            <p:nvGrpSpPr>
              <p:cNvPr id="617" name="Google Shape;935;p22"/>
              <p:cNvGrpSpPr/>
              <p:nvPr/>
            </p:nvGrpSpPr>
            <p:grpSpPr>
              <a:xfrm>
                <a:off x="-348840" y="185040"/>
                <a:ext cx="546120" cy="546120"/>
                <a:chOff x="-348840" y="185040"/>
                <a:chExt cx="546120" cy="546120"/>
              </a:xfrm>
            </p:grpSpPr>
            <p:sp>
              <p:nvSpPr>
                <p:cNvPr id="618" name="Google Shape;936;p22"/>
                <p:cNvSpPr/>
                <p:nvPr/>
              </p:nvSpPr>
              <p:spPr>
                <a:xfrm rot="2700000">
                  <a:off x="-272880" y="268920"/>
                  <a:ext cx="394560" cy="377640"/>
                </a:xfrm>
                <a:custGeom>
                  <a:avLst/>
                  <a:gdLst>
                    <a:gd name="textAreaLeft" fmla="*/ 0 w 394560"/>
                    <a:gd name="textAreaRight" fmla="*/ 394920 w 394560"/>
                    <a:gd name="textAreaTop" fmla="*/ 0 h 377640"/>
                    <a:gd name="textAreaBottom" fmla="*/ 378000 h 3776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619" name="Google Shape;937;p22"/>
                <p:cNvGrpSpPr/>
                <p:nvPr/>
              </p:nvGrpSpPr>
              <p:grpSpPr>
                <a:xfrm>
                  <a:off x="-297720" y="300240"/>
                  <a:ext cx="442440" cy="255240"/>
                  <a:chOff x="-297720" y="300240"/>
                  <a:chExt cx="442440" cy="255240"/>
                </a:xfrm>
              </p:grpSpPr>
              <p:sp>
                <p:nvSpPr>
                  <p:cNvPr id="620" name="Google Shape;938;p22"/>
                  <p:cNvSpPr/>
                  <p:nvPr/>
                </p:nvSpPr>
                <p:spPr>
                  <a:xfrm rot="2700000">
                    <a:off x="-2602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1" name="Google Shape;939;p22"/>
                  <p:cNvSpPr/>
                  <p:nvPr/>
                </p:nvSpPr>
                <p:spPr>
                  <a:xfrm rot="2700000">
                    <a:off x="-2134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2" name="Google Shape;940;p22"/>
                  <p:cNvSpPr/>
                  <p:nvPr/>
                </p:nvSpPr>
                <p:spPr>
                  <a:xfrm rot="2700000">
                    <a:off x="-1666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3" name="Google Shape;941;p22"/>
                  <p:cNvSpPr/>
                  <p:nvPr/>
                </p:nvSpPr>
                <p:spPr>
                  <a:xfrm rot="2700000">
                    <a:off x="-1198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4" name="Google Shape;942;p22"/>
                  <p:cNvSpPr/>
                  <p:nvPr/>
                </p:nvSpPr>
                <p:spPr>
                  <a:xfrm rot="2700000">
                    <a:off x="-7272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25" name="Google Shape;943;p22"/>
              <p:cNvSpPr/>
              <p:nvPr/>
            </p:nvSpPr>
            <p:spPr>
              <a:xfrm rot="18900000">
                <a:off x="29160" y="275760"/>
                <a:ext cx="370800" cy="294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294480"/>
                  <a:gd name="textAreaBottom" fmla="*/ 294840 h 2944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26" name="Google Shape;944;p22"/>
          <p:cNvGrpSpPr/>
          <p:nvPr/>
        </p:nvGrpSpPr>
        <p:grpSpPr>
          <a:xfrm>
            <a:off x="-223920" y="3297240"/>
            <a:ext cx="605160" cy="2417400"/>
            <a:chOff x="-223920" y="3297240"/>
            <a:chExt cx="605160" cy="2417400"/>
          </a:xfrm>
        </p:grpSpPr>
        <p:grpSp>
          <p:nvGrpSpPr>
            <p:cNvPr id="627" name="Google Shape;945;p22"/>
            <p:cNvGrpSpPr/>
            <p:nvPr/>
          </p:nvGrpSpPr>
          <p:grpSpPr>
            <a:xfrm>
              <a:off x="143640" y="3630960"/>
              <a:ext cx="237600" cy="2083680"/>
              <a:chOff x="143640" y="3630960"/>
              <a:chExt cx="237600" cy="2083680"/>
            </a:xfrm>
          </p:grpSpPr>
          <p:sp>
            <p:nvSpPr>
              <p:cNvPr id="628" name="Google Shape;946;p22"/>
              <p:cNvSpPr/>
              <p:nvPr/>
            </p:nvSpPr>
            <p:spPr>
              <a:xfrm>
                <a:off x="143640" y="3630960"/>
                <a:ext cx="14040" cy="208368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083680"/>
                  <a:gd name="textAreaBottom" fmla="*/ 2084040 h 20836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9" name="Google Shape;947;p22"/>
              <p:cNvSpPr/>
              <p:nvPr/>
            </p:nvSpPr>
            <p:spPr>
              <a:xfrm>
                <a:off x="367200" y="3630960"/>
                <a:ext cx="14040" cy="208368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083680"/>
                  <a:gd name="textAreaBottom" fmla="*/ 2084040 h 20836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30" name="Google Shape;948;p22"/>
            <p:cNvGrpSpPr/>
            <p:nvPr/>
          </p:nvGrpSpPr>
          <p:grpSpPr>
            <a:xfrm>
              <a:off x="-223920" y="3297240"/>
              <a:ext cx="438840" cy="438840"/>
              <a:chOff x="-223920" y="3297240"/>
              <a:chExt cx="438840" cy="438840"/>
            </a:xfrm>
          </p:grpSpPr>
          <p:sp>
            <p:nvSpPr>
              <p:cNvPr id="631" name="Google Shape;949;p22"/>
              <p:cNvSpPr/>
              <p:nvPr/>
            </p:nvSpPr>
            <p:spPr>
              <a:xfrm rot="10800000">
                <a:off x="-223920" y="32972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950;p22"/>
              <p:cNvSpPr/>
              <p:nvPr/>
            </p:nvSpPr>
            <p:spPr>
              <a:xfrm rot="10800000">
                <a:off x="-135720" y="33969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33" name="Google Shape;951;p22"/>
          <p:cNvGrpSpPr/>
          <p:nvPr/>
        </p:nvGrpSpPr>
        <p:grpSpPr>
          <a:xfrm>
            <a:off x="3585600" y="-1456560"/>
            <a:ext cx="3681000" cy="2759400"/>
            <a:chOff x="3585600" y="-1456560"/>
            <a:chExt cx="3681000" cy="2759400"/>
          </a:xfrm>
        </p:grpSpPr>
        <p:pic>
          <p:nvPicPr>
            <p:cNvPr id="634" name="Google Shape;952;p22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 flipH="1">
              <a:off x="3585600" y="-145656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35" name="Google Shape;953;p22"/>
            <p:cNvGrpSpPr/>
            <p:nvPr/>
          </p:nvGrpSpPr>
          <p:grpSpPr>
            <a:xfrm>
              <a:off x="6590520" y="-308520"/>
              <a:ext cx="676080" cy="462240"/>
              <a:chOff x="6590520" y="-308520"/>
              <a:chExt cx="676080" cy="462240"/>
            </a:xfrm>
          </p:grpSpPr>
          <p:grpSp>
            <p:nvGrpSpPr>
              <p:cNvPr id="636" name="Google Shape;954;p22"/>
              <p:cNvGrpSpPr/>
              <p:nvPr/>
            </p:nvGrpSpPr>
            <p:grpSpPr>
              <a:xfrm>
                <a:off x="6590520" y="-308520"/>
                <a:ext cx="462240" cy="462240"/>
                <a:chOff x="6590520" y="-308520"/>
                <a:chExt cx="462240" cy="462240"/>
              </a:xfrm>
            </p:grpSpPr>
            <p:sp>
              <p:nvSpPr>
                <p:cNvPr id="637" name="Google Shape;955;p22"/>
                <p:cNvSpPr/>
                <p:nvPr/>
              </p:nvSpPr>
              <p:spPr>
                <a:xfrm rot="2700000">
                  <a:off x="6654600" y="-236880"/>
                  <a:ext cx="334080" cy="319680"/>
                </a:xfrm>
                <a:custGeom>
                  <a:avLst/>
                  <a:gdLst>
                    <a:gd name="textAreaLeft" fmla="*/ 0 w 334080"/>
                    <a:gd name="textAreaRight" fmla="*/ 334440 w 334080"/>
                    <a:gd name="textAreaTop" fmla="*/ 0 h 319680"/>
                    <a:gd name="textAreaBottom" fmla="*/ 320040 h 3196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638" name="Google Shape;956;p22"/>
                <p:cNvGrpSpPr/>
                <p:nvPr/>
              </p:nvGrpSpPr>
              <p:grpSpPr>
                <a:xfrm>
                  <a:off x="6633360" y="-210960"/>
                  <a:ext cx="374760" cy="216000"/>
                  <a:chOff x="6633360" y="-210960"/>
                  <a:chExt cx="374760" cy="216000"/>
                </a:xfrm>
              </p:grpSpPr>
              <p:sp>
                <p:nvSpPr>
                  <p:cNvPr id="639" name="Google Shape;957;p22"/>
                  <p:cNvSpPr/>
                  <p:nvPr/>
                </p:nvSpPr>
                <p:spPr>
                  <a:xfrm rot="2700000">
                    <a:off x="666504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0" name="Google Shape;958;p22"/>
                  <p:cNvSpPr/>
                  <p:nvPr/>
                </p:nvSpPr>
                <p:spPr>
                  <a:xfrm rot="2700000">
                    <a:off x="67050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1" name="Google Shape;959;p22"/>
                  <p:cNvSpPr/>
                  <p:nvPr/>
                </p:nvSpPr>
                <p:spPr>
                  <a:xfrm rot="2700000">
                    <a:off x="67446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2" name="Google Shape;960;p22"/>
                  <p:cNvSpPr/>
                  <p:nvPr/>
                </p:nvSpPr>
                <p:spPr>
                  <a:xfrm rot="2700000">
                    <a:off x="67842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3" name="Google Shape;961;p22"/>
                  <p:cNvSpPr/>
                  <p:nvPr/>
                </p:nvSpPr>
                <p:spPr>
                  <a:xfrm rot="2700000">
                    <a:off x="68238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44" name="Google Shape;962;p22"/>
              <p:cNvSpPr/>
              <p:nvPr/>
            </p:nvSpPr>
            <p:spPr>
              <a:xfrm rot="18900000">
                <a:off x="6910200" y="-231480"/>
                <a:ext cx="313920" cy="249120"/>
              </a:xfrm>
              <a:custGeom>
                <a:avLst/>
                <a:gdLst>
                  <a:gd name="textAreaLeft" fmla="*/ 0 w 313920"/>
                  <a:gd name="textAreaRight" fmla="*/ 314280 w 3139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5" name="Google Shape;963;p22"/>
            <p:cNvGrpSpPr/>
            <p:nvPr/>
          </p:nvGrpSpPr>
          <p:grpSpPr>
            <a:xfrm>
              <a:off x="6003360" y="-350280"/>
              <a:ext cx="798840" cy="546120"/>
              <a:chOff x="6003360" y="-350280"/>
              <a:chExt cx="798840" cy="546120"/>
            </a:xfrm>
          </p:grpSpPr>
          <p:grpSp>
            <p:nvGrpSpPr>
              <p:cNvPr id="646" name="Google Shape;964;p22"/>
              <p:cNvGrpSpPr/>
              <p:nvPr/>
            </p:nvGrpSpPr>
            <p:grpSpPr>
              <a:xfrm>
                <a:off x="6003360" y="-350280"/>
                <a:ext cx="546120" cy="546120"/>
                <a:chOff x="6003360" y="-350280"/>
                <a:chExt cx="546120" cy="546120"/>
              </a:xfrm>
            </p:grpSpPr>
            <p:sp>
              <p:nvSpPr>
                <p:cNvPr id="647" name="Google Shape;965;p22"/>
                <p:cNvSpPr/>
                <p:nvPr/>
              </p:nvSpPr>
              <p:spPr>
                <a:xfrm rot="2700000">
                  <a:off x="6078960" y="-266040"/>
                  <a:ext cx="394560" cy="377640"/>
                </a:xfrm>
                <a:custGeom>
                  <a:avLst/>
                  <a:gdLst>
                    <a:gd name="textAreaLeft" fmla="*/ 0 w 394560"/>
                    <a:gd name="textAreaRight" fmla="*/ 394920 w 394560"/>
                    <a:gd name="textAreaTop" fmla="*/ 0 h 377640"/>
                    <a:gd name="textAreaBottom" fmla="*/ 378000 h 3776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648" name="Google Shape;966;p22"/>
                <p:cNvGrpSpPr/>
                <p:nvPr/>
              </p:nvGrpSpPr>
              <p:grpSpPr>
                <a:xfrm>
                  <a:off x="6054480" y="-235080"/>
                  <a:ext cx="442440" cy="255240"/>
                  <a:chOff x="6054480" y="-235080"/>
                  <a:chExt cx="442440" cy="255240"/>
                </a:xfrm>
              </p:grpSpPr>
              <p:sp>
                <p:nvSpPr>
                  <p:cNvPr id="649" name="Google Shape;967;p22"/>
                  <p:cNvSpPr/>
                  <p:nvPr/>
                </p:nvSpPr>
                <p:spPr>
                  <a:xfrm rot="2700000">
                    <a:off x="60915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0" name="Google Shape;968;p22"/>
                  <p:cNvSpPr/>
                  <p:nvPr/>
                </p:nvSpPr>
                <p:spPr>
                  <a:xfrm rot="2700000">
                    <a:off x="61383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1" name="Google Shape;969;p22"/>
                  <p:cNvSpPr/>
                  <p:nvPr/>
                </p:nvSpPr>
                <p:spPr>
                  <a:xfrm rot="2700000">
                    <a:off x="61851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2" name="Google Shape;970;p22"/>
                  <p:cNvSpPr/>
                  <p:nvPr/>
                </p:nvSpPr>
                <p:spPr>
                  <a:xfrm rot="2700000">
                    <a:off x="62319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3" name="Google Shape;971;p22"/>
                  <p:cNvSpPr/>
                  <p:nvPr/>
                </p:nvSpPr>
                <p:spPr>
                  <a:xfrm rot="2700000">
                    <a:off x="627912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54" name="Google Shape;972;p22"/>
              <p:cNvSpPr/>
              <p:nvPr/>
            </p:nvSpPr>
            <p:spPr>
              <a:xfrm rot="18900000">
                <a:off x="6381360" y="-259200"/>
                <a:ext cx="370800" cy="294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294480"/>
                  <a:gd name="textAreaBottom" fmla="*/ 294840 h 2944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Google Shape;1050;p24"/>
          <p:cNvGrpSpPr/>
          <p:nvPr/>
        </p:nvGrpSpPr>
        <p:grpSpPr>
          <a:xfrm>
            <a:off x="7059600" y="-2136600"/>
            <a:ext cx="4169520" cy="4558680"/>
            <a:chOff x="7059600" y="-2136600"/>
            <a:chExt cx="4169520" cy="4558680"/>
          </a:xfrm>
        </p:grpSpPr>
        <p:grpSp>
          <p:nvGrpSpPr>
            <p:cNvPr id="727" name="Google Shape;1051;p24"/>
            <p:cNvGrpSpPr/>
            <p:nvPr/>
          </p:nvGrpSpPr>
          <p:grpSpPr>
            <a:xfrm>
              <a:off x="7059600" y="-1244880"/>
              <a:ext cx="4169520" cy="3415680"/>
              <a:chOff x="7059600" y="-1244880"/>
              <a:chExt cx="4169520" cy="3415680"/>
            </a:xfrm>
          </p:grpSpPr>
          <p:sp>
            <p:nvSpPr>
              <p:cNvPr id="728" name="Google Shape;1052;p24"/>
              <p:cNvSpPr/>
              <p:nvPr/>
            </p:nvSpPr>
            <p:spPr>
              <a:xfrm rot="17491200">
                <a:off x="7940520" y="-246600"/>
                <a:ext cx="2152080" cy="1863720"/>
              </a:xfrm>
              <a:custGeom>
                <a:avLst/>
                <a:gdLst>
                  <a:gd name="textAreaLeft" fmla="*/ 0 w 2152080"/>
                  <a:gd name="textAreaRight" fmla="*/ 2152440 w 2152080"/>
                  <a:gd name="textAreaTop" fmla="*/ 0 h 1863720"/>
                  <a:gd name="textAreaBottom" fmla="*/ 1864080 h 18637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729" name="Google Shape;1053;p24"/>
              <p:cNvPicPr/>
              <p:nvPr/>
            </p:nvPicPr>
            <p:blipFill>
              <a:blip r:embed="rId2"/>
              <a:srcRect t="17653" b="17662"/>
              <a:stretch/>
            </p:blipFill>
            <p:spPr>
              <a:xfrm rot="21090600">
                <a:off x="7251840" y="-981360"/>
                <a:ext cx="3784680" cy="28886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730" name="Google Shape;1054;p24"/>
            <p:cNvGrpSpPr/>
            <p:nvPr/>
          </p:nvGrpSpPr>
          <p:grpSpPr>
            <a:xfrm>
              <a:off x="8778240" y="-2136600"/>
              <a:ext cx="133920" cy="4558680"/>
              <a:chOff x="8778240" y="-2136600"/>
              <a:chExt cx="133920" cy="4558680"/>
            </a:xfrm>
          </p:grpSpPr>
          <p:sp>
            <p:nvSpPr>
              <p:cNvPr id="731" name="Google Shape;1055;p24"/>
              <p:cNvSpPr/>
              <p:nvPr/>
            </p:nvSpPr>
            <p:spPr>
              <a:xfrm rot="5400000">
                <a:off x="8778240" y="22881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732" name="Google Shape;1056;p24"/>
              <p:cNvCxnSpPr/>
              <p:nvPr/>
            </p:nvCxnSpPr>
            <p:spPr>
              <a:xfrm>
                <a:off x="8844840" y="-2136600"/>
                <a:ext cx="360" cy="44629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33" name="Google Shape;1057;p24"/>
              <p:cNvSpPr/>
              <p:nvPr/>
            </p:nvSpPr>
            <p:spPr>
              <a:xfrm rot="5400000">
                <a:off x="8808480" y="23180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35" name="Google Shape;1065;p24"/>
          <p:cNvGrpSpPr/>
          <p:nvPr/>
        </p:nvGrpSpPr>
        <p:grpSpPr>
          <a:xfrm>
            <a:off x="6067440" y="2796480"/>
            <a:ext cx="4006080" cy="4770720"/>
            <a:chOff x="6067440" y="2796480"/>
            <a:chExt cx="4006080" cy="4770720"/>
          </a:xfrm>
        </p:grpSpPr>
        <p:sp>
          <p:nvSpPr>
            <p:cNvPr id="736" name="Google Shape;1066;p24"/>
            <p:cNvSpPr/>
            <p:nvPr/>
          </p:nvSpPr>
          <p:spPr>
            <a:xfrm>
              <a:off x="6067440" y="281844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067;p24"/>
            <p:cNvSpPr/>
            <p:nvPr/>
          </p:nvSpPr>
          <p:spPr>
            <a:xfrm>
              <a:off x="7026120" y="279648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38" name="Google Shape;1068;p24"/>
            <p:cNvGrpSpPr/>
            <p:nvPr/>
          </p:nvGrpSpPr>
          <p:grpSpPr>
            <a:xfrm>
              <a:off x="7673040" y="5065920"/>
              <a:ext cx="581760" cy="582120"/>
              <a:chOff x="7673040" y="5065920"/>
              <a:chExt cx="581760" cy="582120"/>
            </a:xfrm>
          </p:grpSpPr>
          <p:sp>
            <p:nvSpPr>
              <p:cNvPr id="739" name="Google Shape;1069;p24"/>
              <p:cNvSpPr/>
              <p:nvPr/>
            </p:nvSpPr>
            <p:spPr>
              <a:xfrm>
                <a:off x="7673040" y="5524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0" name="Google Shape;1070;p24"/>
              <p:cNvSpPr/>
              <p:nvPr/>
            </p:nvSpPr>
            <p:spPr>
              <a:xfrm>
                <a:off x="7749000" y="5448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1" name="Google Shape;1071;p24"/>
              <p:cNvSpPr/>
              <p:nvPr/>
            </p:nvSpPr>
            <p:spPr>
              <a:xfrm>
                <a:off x="7825680" y="5371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2" name="Google Shape;1072;p24"/>
              <p:cNvSpPr/>
              <p:nvPr/>
            </p:nvSpPr>
            <p:spPr>
              <a:xfrm>
                <a:off x="7902000" y="52956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3" name="Google Shape;1073;p24"/>
              <p:cNvSpPr/>
              <p:nvPr/>
            </p:nvSpPr>
            <p:spPr>
              <a:xfrm>
                <a:off x="7978680" y="521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4" name="Google Shape;1074;p24"/>
              <p:cNvSpPr/>
              <p:nvPr/>
            </p:nvSpPr>
            <p:spPr>
              <a:xfrm>
                <a:off x="8055000" y="5142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5" name="Google Shape;1075;p24"/>
              <p:cNvSpPr/>
              <p:nvPr/>
            </p:nvSpPr>
            <p:spPr>
              <a:xfrm>
                <a:off x="8131680" y="5065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46" name="Google Shape;1076;p24"/>
            <p:cNvGrpSpPr/>
            <p:nvPr/>
          </p:nvGrpSpPr>
          <p:grpSpPr>
            <a:xfrm>
              <a:off x="8637120" y="4115520"/>
              <a:ext cx="581760" cy="582120"/>
              <a:chOff x="8637120" y="4115520"/>
              <a:chExt cx="581760" cy="582120"/>
            </a:xfrm>
          </p:grpSpPr>
          <p:sp>
            <p:nvSpPr>
              <p:cNvPr id="747" name="Google Shape;1077;p24"/>
              <p:cNvSpPr/>
              <p:nvPr/>
            </p:nvSpPr>
            <p:spPr>
              <a:xfrm>
                <a:off x="8637120" y="45745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8" name="Google Shape;1078;p24"/>
              <p:cNvSpPr/>
              <p:nvPr/>
            </p:nvSpPr>
            <p:spPr>
              <a:xfrm>
                <a:off x="8713440" y="44978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9" name="Google Shape;1079;p24"/>
              <p:cNvSpPr/>
              <p:nvPr/>
            </p:nvSpPr>
            <p:spPr>
              <a:xfrm>
                <a:off x="8789760" y="4421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0" name="Google Shape;1080;p24"/>
              <p:cNvSpPr/>
              <p:nvPr/>
            </p:nvSpPr>
            <p:spPr>
              <a:xfrm>
                <a:off x="8866080" y="43452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1" name="Google Shape;1081;p24"/>
              <p:cNvSpPr/>
              <p:nvPr/>
            </p:nvSpPr>
            <p:spPr>
              <a:xfrm>
                <a:off x="8943120" y="42688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2" name="Google Shape;1082;p24"/>
              <p:cNvSpPr/>
              <p:nvPr/>
            </p:nvSpPr>
            <p:spPr>
              <a:xfrm>
                <a:off x="9019080" y="41925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3" name="Google Shape;1083;p24"/>
              <p:cNvSpPr/>
              <p:nvPr/>
            </p:nvSpPr>
            <p:spPr>
              <a:xfrm>
                <a:off x="9095760" y="41155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54" name="Google Shape;1084;p24"/>
          <p:cNvGrpSpPr/>
          <p:nvPr/>
        </p:nvGrpSpPr>
        <p:grpSpPr>
          <a:xfrm>
            <a:off x="-234720" y="3828600"/>
            <a:ext cx="5248080" cy="2991960"/>
            <a:chOff x="-234720" y="3828600"/>
            <a:chExt cx="5248080" cy="2991960"/>
          </a:xfrm>
        </p:grpSpPr>
        <p:pic>
          <p:nvPicPr>
            <p:cNvPr id="755" name="Google Shape;1085;p24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1093320" y="382860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56" name="Google Shape;1086;p24"/>
            <p:cNvSpPr/>
            <p:nvPr/>
          </p:nvSpPr>
          <p:spPr>
            <a:xfrm>
              <a:off x="386640" y="506556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087;p24"/>
            <p:cNvSpPr/>
            <p:nvPr/>
          </p:nvSpPr>
          <p:spPr>
            <a:xfrm>
              <a:off x="964800" y="5122080"/>
              <a:ext cx="339840" cy="3254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1088;p24"/>
            <p:cNvSpPr/>
            <p:nvPr/>
          </p:nvSpPr>
          <p:spPr>
            <a:xfrm>
              <a:off x="843840" y="535608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1089;p24"/>
            <p:cNvSpPr/>
            <p:nvPr/>
          </p:nvSpPr>
          <p:spPr>
            <a:xfrm>
              <a:off x="1322280" y="500616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1090;p24"/>
            <p:cNvSpPr/>
            <p:nvPr/>
          </p:nvSpPr>
          <p:spPr>
            <a:xfrm rot="5400000">
              <a:off x="471240" y="35312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61" name="Google Shape;1091;p24"/>
            <p:cNvGrpSpPr/>
            <p:nvPr/>
          </p:nvGrpSpPr>
          <p:grpSpPr>
            <a:xfrm>
              <a:off x="759600" y="4784760"/>
              <a:ext cx="161640" cy="161640"/>
              <a:chOff x="759600" y="4784760"/>
              <a:chExt cx="161640" cy="161640"/>
            </a:xfrm>
          </p:grpSpPr>
          <p:sp>
            <p:nvSpPr>
              <p:cNvPr id="762" name="Google Shape;1092;p24"/>
              <p:cNvSpPr/>
              <p:nvPr/>
            </p:nvSpPr>
            <p:spPr>
              <a:xfrm>
                <a:off x="759600" y="4784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3" name="Google Shape;1093;p24"/>
              <p:cNvSpPr/>
              <p:nvPr/>
            </p:nvSpPr>
            <p:spPr>
              <a:xfrm>
                <a:off x="792360" y="482184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64" name="Google Shape;1094;p24"/>
            <p:cNvGrpSpPr/>
            <p:nvPr/>
          </p:nvGrpSpPr>
          <p:grpSpPr>
            <a:xfrm>
              <a:off x="2142360" y="5203440"/>
              <a:ext cx="161640" cy="161640"/>
              <a:chOff x="2142360" y="5203440"/>
              <a:chExt cx="161640" cy="161640"/>
            </a:xfrm>
          </p:grpSpPr>
          <p:sp>
            <p:nvSpPr>
              <p:cNvPr id="765" name="Google Shape;1095;p24"/>
              <p:cNvSpPr/>
              <p:nvPr/>
            </p:nvSpPr>
            <p:spPr>
              <a:xfrm rot="10800000">
                <a:off x="2142360" y="520344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6" name="Google Shape;1096;p24"/>
              <p:cNvSpPr/>
              <p:nvPr/>
            </p:nvSpPr>
            <p:spPr>
              <a:xfrm rot="10800000">
                <a:off x="2175120" y="523980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67" name="Google Shape;1097;p24"/>
          <p:cNvGrpSpPr/>
          <p:nvPr/>
        </p:nvGrpSpPr>
        <p:grpSpPr>
          <a:xfrm>
            <a:off x="-217080" y="-798120"/>
            <a:ext cx="1135080" cy="2584800"/>
            <a:chOff x="-217080" y="-798120"/>
            <a:chExt cx="1135080" cy="2584800"/>
          </a:xfrm>
        </p:grpSpPr>
        <p:grpSp>
          <p:nvGrpSpPr>
            <p:cNvPr id="768" name="Google Shape;1098;p24"/>
            <p:cNvGrpSpPr/>
            <p:nvPr/>
          </p:nvGrpSpPr>
          <p:grpSpPr>
            <a:xfrm>
              <a:off x="-217080" y="-798120"/>
              <a:ext cx="1135080" cy="2370240"/>
              <a:chOff x="-217080" y="-798120"/>
              <a:chExt cx="1135080" cy="2370240"/>
            </a:xfrm>
          </p:grpSpPr>
          <p:sp>
            <p:nvSpPr>
              <p:cNvPr id="769" name="Google Shape;1099;p24"/>
              <p:cNvSpPr/>
              <p:nvPr/>
            </p:nvSpPr>
            <p:spPr>
              <a:xfrm rot="10800000">
                <a:off x="-216000" y="-690120"/>
                <a:ext cx="1134360" cy="2262240"/>
              </a:xfrm>
              <a:custGeom>
                <a:avLst/>
                <a:gdLst>
                  <a:gd name="textAreaLeft" fmla="*/ 0 w 1134360"/>
                  <a:gd name="textAreaRight" fmla="*/ 1134720 w 1134360"/>
                  <a:gd name="textAreaTop" fmla="*/ 0 h 2262240"/>
                  <a:gd name="textAreaBottom" fmla="*/ 2262600 h 22622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0" name="Google Shape;1100;p24"/>
              <p:cNvSpPr/>
              <p:nvPr/>
            </p:nvSpPr>
            <p:spPr>
              <a:xfrm>
                <a:off x="-217080" y="-798120"/>
                <a:ext cx="1134360" cy="2262240"/>
              </a:xfrm>
              <a:custGeom>
                <a:avLst/>
                <a:gdLst>
                  <a:gd name="textAreaLeft" fmla="*/ 0 w 1134360"/>
                  <a:gd name="textAreaRight" fmla="*/ 1134720 w 1134360"/>
                  <a:gd name="textAreaTop" fmla="*/ 0 h 2262240"/>
                  <a:gd name="textAreaBottom" fmla="*/ 2262600 h 22622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71" name="Google Shape;1101;p24"/>
            <p:cNvSpPr/>
            <p:nvPr/>
          </p:nvSpPr>
          <p:spPr>
            <a:xfrm>
              <a:off x="-152280" y="209160"/>
              <a:ext cx="581760" cy="57564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75640"/>
                <a:gd name="textAreaBottom" fmla="*/ 576000 h 575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102;p24"/>
            <p:cNvSpPr/>
            <p:nvPr/>
          </p:nvSpPr>
          <p:spPr>
            <a:xfrm>
              <a:off x="-21240" y="-152280"/>
              <a:ext cx="581760" cy="57564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75640"/>
                <a:gd name="textAreaBottom" fmla="*/ 576000 h 575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73" name="Google Shape;1103;p24"/>
            <p:cNvGrpSpPr/>
            <p:nvPr/>
          </p:nvGrpSpPr>
          <p:grpSpPr>
            <a:xfrm>
              <a:off x="-191160" y="785520"/>
              <a:ext cx="352800" cy="1001160"/>
              <a:chOff x="-191160" y="785520"/>
              <a:chExt cx="352800" cy="1001160"/>
            </a:xfrm>
          </p:grpSpPr>
          <p:sp>
            <p:nvSpPr>
              <p:cNvPr id="774" name="Google Shape;1104;p24"/>
              <p:cNvSpPr/>
              <p:nvPr/>
            </p:nvSpPr>
            <p:spPr>
              <a:xfrm rot="8100000" flipV="1">
                <a:off x="-139320" y="8370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5" name="Google Shape;1105;p24"/>
              <p:cNvSpPr/>
              <p:nvPr/>
            </p:nvSpPr>
            <p:spPr>
              <a:xfrm rot="8100000" flipV="1">
                <a:off x="-139320" y="9450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6" name="Google Shape;1106;p24"/>
              <p:cNvSpPr/>
              <p:nvPr/>
            </p:nvSpPr>
            <p:spPr>
              <a:xfrm rot="8100000" flipV="1">
                <a:off x="-139320" y="1053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7" name="Google Shape;1107;p24"/>
              <p:cNvSpPr/>
              <p:nvPr/>
            </p:nvSpPr>
            <p:spPr>
              <a:xfrm rot="8100000" flipV="1">
                <a:off x="-139320" y="11606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36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8" name="Google Shape;1108;p24"/>
              <p:cNvSpPr/>
              <p:nvPr/>
            </p:nvSpPr>
            <p:spPr>
              <a:xfrm rot="8100000" flipV="1">
                <a:off x="-139320" y="1269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9" name="Google Shape;1109;p24"/>
              <p:cNvSpPr/>
              <p:nvPr/>
            </p:nvSpPr>
            <p:spPr>
              <a:xfrm rot="8100000" flipV="1">
                <a:off x="-138960" y="13770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36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0" name="Google Shape;1110;p24"/>
              <p:cNvSpPr/>
              <p:nvPr/>
            </p:nvSpPr>
            <p:spPr>
              <a:xfrm rot="8100000" flipV="1">
                <a:off x="-139320" y="1485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83" name="PlaceHolder 3"/>
          <p:cNvSpPr>
            <a:spLocks noGrp="1"/>
          </p:cNvSpPr>
          <p:nvPr>
            <p:ph type="body"/>
          </p:nvPr>
        </p:nvSpPr>
        <p:spPr>
          <a:xfrm>
            <a:off x="358452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84" name="PlaceHolder 4"/>
          <p:cNvSpPr>
            <a:spLocks noGrp="1"/>
          </p:cNvSpPr>
          <p:nvPr>
            <p:ph type="body"/>
          </p:nvPr>
        </p:nvSpPr>
        <p:spPr>
          <a:xfrm>
            <a:off x="644904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785" name="Google Shape;1122;p25"/>
          <p:cNvGrpSpPr/>
          <p:nvPr/>
        </p:nvGrpSpPr>
        <p:grpSpPr>
          <a:xfrm>
            <a:off x="-928080" y="3925800"/>
            <a:ext cx="2833560" cy="1517760"/>
            <a:chOff x="-928080" y="3925800"/>
            <a:chExt cx="2833560" cy="1517760"/>
          </a:xfrm>
        </p:grpSpPr>
        <p:grpSp>
          <p:nvGrpSpPr>
            <p:cNvPr id="786" name="Google Shape;1123;p25"/>
            <p:cNvGrpSpPr/>
            <p:nvPr/>
          </p:nvGrpSpPr>
          <p:grpSpPr>
            <a:xfrm>
              <a:off x="-878040" y="3925800"/>
              <a:ext cx="906480" cy="1517760"/>
              <a:chOff x="-878040" y="3925800"/>
              <a:chExt cx="906480" cy="1517760"/>
            </a:xfrm>
          </p:grpSpPr>
          <p:sp>
            <p:nvSpPr>
              <p:cNvPr id="787" name="Google Shape;1124;p25"/>
              <p:cNvSpPr/>
              <p:nvPr/>
            </p:nvSpPr>
            <p:spPr>
              <a:xfrm rot="5400000">
                <a:off x="-599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8" name="Google Shape;1125;p25"/>
              <p:cNvSpPr/>
              <p:nvPr/>
            </p:nvSpPr>
            <p:spPr>
              <a:xfrm rot="5400000">
                <a:off x="-419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9" name="Google Shape;1126;p25"/>
              <p:cNvSpPr/>
              <p:nvPr/>
            </p:nvSpPr>
            <p:spPr>
              <a:xfrm rot="5400000">
                <a:off x="-890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0" name="Google Shape;1127;p25"/>
              <p:cNvSpPr/>
              <p:nvPr/>
            </p:nvSpPr>
            <p:spPr>
              <a:xfrm rot="5400000">
                <a:off x="-540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91" name="Google Shape;1128;p25"/>
            <p:cNvGrpSpPr/>
            <p:nvPr/>
          </p:nvGrpSpPr>
          <p:grpSpPr>
            <a:xfrm>
              <a:off x="-927360" y="4022640"/>
              <a:ext cx="2832840" cy="1420560"/>
              <a:chOff x="-927360" y="4022640"/>
              <a:chExt cx="2832840" cy="1420560"/>
            </a:xfrm>
          </p:grpSpPr>
          <p:sp>
            <p:nvSpPr>
              <p:cNvPr id="792" name="Google Shape;1129;p25"/>
              <p:cNvSpPr/>
              <p:nvPr/>
            </p:nvSpPr>
            <p:spPr>
              <a:xfrm rot="5400000">
                <a:off x="-22104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93" name="Google Shape;1130;p25"/>
              <p:cNvGrpSpPr/>
              <p:nvPr/>
            </p:nvGrpSpPr>
            <p:grpSpPr>
              <a:xfrm>
                <a:off x="66960" y="4569840"/>
                <a:ext cx="161640" cy="161640"/>
                <a:chOff x="66960" y="4569840"/>
                <a:chExt cx="161640" cy="161640"/>
              </a:xfrm>
            </p:grpSpPr>
            <p:sp>
              <p:nvSpPr>
                <p:cNvPr id="794" name="Google Shape;1131;p25"/>
                <p:cNvSpPr/>
                <p:nvPr/>
              </p:nvSpPr>
              <p:spPr>
                <a:xfrm>
                  <a:off x="66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5" name="Google Shape;1132;p25"/>
                <p:cNvSpPr/>
                <p:nvPr/>
              </p:nvSpPr>
              <p:spPr>
                <a:xfrm>
                  <a:off x="99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96" name="Google Shape;1133;p25"/>
              <p:cNvGrpSpPr/>
              <p:nvPr/>
            </p:nvGrpSpPr>
            <p:grpSpPr>
              <a:xfrm>
                <a:off x="1449720" y="4988520"/>
                <a:ext cx="161640" cy="161640"/>
                <a:chOff x="1449720" y="4988520"/>
                <a:chExt cx="161640" cy="161640"/>
              </a:xfrm>
            </p:grpSpPr>
            <p:sp>
              <p:nvSpPr>
                <p:cNvPr id="797" name="Google Shape;1134;p25"/>
                <p:cNvSpPr/>
                <p:nvPr/>
              </p:nvSpPr>
              <p:spPr>
                <a:xfrm rot="10800000">
                  <a:off x="1449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8" name="Google Shape;1135;p25"/>
                <p:cNvSpPr/>
                <p:nvPr/>
              </p:nvSpPr>
              <p:spPr>
                <a:xfrm rot="10800000">
                  <a:off x="1482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799" name="Google Shape;1136;p25"/>
            <p:cNvSpPr/>
            <p:nvPr/>
          </p:nvSpPr>
          <p:spPr>
            <a:xfrm rot="16200000">
              <a:off x="-1548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0" name="Google Shape;1137;p25"/>
          <p:cNvGrpSpPr/>
          <p:nvPr/>
        </p:nvGrpSpPr>
        <p:grpSpPr>
          <a:xfrm>
            <a:off x="6400080" y="-1754280"/>
            <a:ext cx="4188600" cy="3065760"/>
            <a:chOff x="6400080" y="-1754280"/>
            <a:chExt cx="4188600" cy="3065760"/>
          </a:xfrm>
        </p:grpSpPr>
        <p:sp>
          <p:nvSpPr>
            <p:cNvPr id="801" name="Google Shape;1138;p25"/>
            <p:cNvSpPr/>
            <p:nvPr/>
          </p:nvSpPr>
          <p:spPr>
            <a:xfrm rot="16200000">
              <a:off x="7037280" y="-884160"/>
              <a:ext cx="1558440" cy="2832840"/>
            </a:xfrm>
            <a:custGeom>
              <a:avLst/>
              <a:gdLst>
                <a:gd name="textAreaLeft" fmla="*/ 0 w 1558440"/>
                <a:gd name="textAreaRight" fmla="*/ 1558800 w 155844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802" name="Google Shape;1139;p25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6815880" y="-1754280"/>
              <a:ext cx="3772800" cy="287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3" name="Google Shape;1140;p25"/>
            <p:cNvSpPr/>
            <p:nvPr/>
          </p:nvSpPr>
          <p:spPr>
            <a:xfrm>
              <a:off x="8521560" y="-156600"/>
              <a:ext cx="903960" cy="865440"/>
            </a:xfrm>
            <a:custGeom>
              <a:avLst/>
              <a:gdLst>
                <a:gd name="textAreaLeft" fmla="*/ 0 w 903960"/>
                <a:gd name="textAreaRight" fmla="*/ 904320 w 903960"/>
                <a:gd name="textAreaTop" fmla="*/ 0 h 865440"/>
                <a:gd name="textAreaBottom" fmla="*/ 865800 h 86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04" name="Google Shape;1141;p25"/>
            <p:cNvGrpSpPr/>
            <p:nvPr/>
          </p:nvGrpSpPr>
          <p:grpSpPr>
            <a:xfrm>
              <a:off x="8734320" y="-135360"/>
              <a:ext cx="174960" cy="823320"/>
              <a:chOff x="8734320" y="-135360"/>
              <a:chExt cx="174960" cy="823320"/>
            </a:xfrm>
          </p:grpSpPr>
          <p:sp>
            <p:nvSpPr>
              <p:cNvPr id="805" name="Google Shape;1142;p25"/>
              <p:cNvSpPr/>
              <p:nvPr/>
            </p:nvSpPr>
            <p:spPr>
              <a:xfrm rot="18900000">
                <a:off x="8759880" y="53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6" name="Google Shape;1143;p25"/>
              <p:cNvSpPr/>
              <p:nvPr/>
            </p:nvSpPr>
            <p:spPr>
              <a:xfrm rot="18900000">
                <a:off x="8759880" y="430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7" name="Google Shape;1144;p25"/>
              <p:cNvSpPr/>
              <p:nvPr/>
            </p:nvSpPr>
            <p:spPr>
              <a:xfrm rot="18900000">
                <a:off x="8759880" y="322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8" name="Google Shape;1145;p25"/>
              <p:cNvSpPr/>
              <p:nvPr/>
            </p:nvSpPr>
            <p:spPr>
              <a:xfrm rot="18900000">
                <a:off x="8759520" y="214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9" name="Google Shape;1146;p25"/>
              <p:cNvSpPr/>
              <p:nvPr/>
            </p:nvSpPr>
            <p:spPr>
              <a:xfrm rot="18900000">
                <a:off x="8760240" y="106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0" name="Google Shape;1147;p25"/>
              <p:cNvSpPr/>
              <p:nvPr/>
            </p:nvSpPr>
            <p:spPr>
              <a:xfrm rot="18900000">
                <a:off x="8759880" y="-10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1" name="Google Shape;1148;p25"/>
              <p:cNvSpPr/>
              <p:nvPr/>
            </p:nvSpPr>
            <p:spPr>
              <a:xfrm rot="18900000">
                <a:off x="8759880" y="-1098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12" name="Google Shape;1149;p25"/>
            <p:cNvGrpSpPr/>
            <p:nvPr/>
          </p:nvGrpSpPr>
          <p:grpSpPr>
            <a:xfrm>
              <a:off x="8983800" y="-135360"/>
              <a:ext cx="174600" cy="823320"/>
              <a:chOff x="8983800" y="-135360"/>
              <a:chExt cx="174600" cy="823320"/>
            </a:xfrm>
          </p:grpSpPr>
          <p:sp>
            <p:nvSpPr>
              <p:cNvPr id="813" name="Google Shape;1150;p25"/>
              <p:cNvSpPr/>
              <p:nvPr/>
            </p:nvSpPr>
            <p:spPr>
              <a:xfrm rot="18900000">
                <a:off x="9009000" y="53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4" name="Google Shape;1151;p25"/>
              <p:cNvSpPr/>
              <p:nvPr/>
            </p:nvSpPr>
            <p:spPr>
              <a:xfrm rot="18900000">
                <a:off x="9009360" y="430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5" name="Google Shape;1152;p25"/>
              <p:cNvSpPr/>
              <p:nvPr/>
            </p:nvSpPr>
            <p:spPr>
              <a:xfrm rot="18900000">
                <a:off x="9009000" y="322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6" name="Google Shape;1153;p25"/>
              <p:cNvSpPr/>
              <p:nvPr/>
            </p:nvSpPr>
            <p:spPr>
              <a:xfrm rot="18900000">
                <a:off x="9009000" y="214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7" name="Google Shape;1154;p25"/>
              <p:cNvSpPr/>
              <p:nvPr/>
            </p:nvSpPr>
            <p:spPr>
              <a:xfrm rot="18900000">
                <a:off x="9009360" y="106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8" name="Google Shape;1155;p25"/>
              <p:cNvSpPr/>
              <p:nvPr/>
            </p:nvSpPr>
            <p:spPr>
              <a:xfrm rot="18900000">
                <a:off x="9009000" y="-10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9" name="Google Shape;1156;p25"/>
              <p:cNvSpPr/>
              <p:nvPr/>
            </p:nvSpPr>
            <p:spPr>
              <a:xfrm rot="18900000">
                <a:off x="9009360" y="-1098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20" name="Google Shape;1157;p25"/>
          <p:cNvGrpSpPr/>
          <p:nvPr/>
        </p:nvGrpSpPr>
        <p:grpSpPr>
          <a:xfrm>
            <a:off x="8854560" y="2261160"/>
            <a:ext cx="620640" cy="620640"/>
            <a:chOff x="8854560" y="2261160"/>
            <a:chExt cx="620640" cy="620640"/>
          </a:xfrm>
        </p:grpSpPr>
        <p:sp>
          <p:nvSpPr>
            <p:cNvPr id="821" name="Google Shape;1158;p25"/>
            <p:cNvSpPr/>
            <p:nvPr/>
          </p:nvSpPr>
          <p:spPr>
            <a:xfrm rot="2700000">
              <a:off x="8945280" y="23518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159;p25"/>
            <p:cNvSpPr/>
            <p:nvPr/>
          </p:nvSpPr>
          <p:spPr>
            <a:xfrm rot="2700000">
              <a:off x="9033480" y="24519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3" name="Google Shape;1160;p25"/>
          <p:cNvGrpSpPr/>
          <p:nvPr/>
        </p:nvGrpSpPr>
        <p:grpSpPr>
          <a:xfrm>
            <a:off x="4996080" y="180720"/>
            <a:ext cx="4558320" cy="133920"/>
            <a:chOff x="4996080" y="180720"/>
            <a:chExt cx="4558320" cy="133920"/>
          </a:xfrm>
        </p:grpSpPr>
        <p:sp>
          <p:nvSpPr>
            <p:cNvPr id="824" name="Google Shape;1161;p25"/>
            <p:cNvSpPr/>
            <p:nvPr/>
          </p:nvSpPr>
          <p:spPr>
            <a:xfrm rot="10800000">
              <a:off x="4996080" y="1807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25" name="Google Shape;1162;p25"/>
            <p:cNvCxnSpPr/>
            <p:nvPr/>
          </p:nvCxnSpPr>
          <p:spPr>
            <a:xfrm flipH="1">
              <a:off x="5091840" y="24732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826" name="Google Shape;1163;p25"/>
            <p:cNvSpPr/>
            <p:nvPr/>
          </p:nvSpPr>
          <p:spPr>
            <a:xfrm rot="10800000">
              <a:off x="5026320" y="2113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18" name="Google Shape;1283;p29"/>
          <p:cNvGrpSpPr/>
          <p:nvPr/>
        </p:nvGrpSpPr>
        <p:grpSpPr>
          <a:xfrm>
            <a:off x="-291600" y="-494280"/>
            <a:ext cx="1448280" cy="2238120"/>
            <a:chOff x="-291600" y="-494280"/>
            <a:chExt cx="1448280" cy="2238120"/>
          </a:xfrm>
        </p:grpSpPr>
        <p:grpSp>
          <p:nvGrpSpPr>
            <p:cNvPr id="919" name="Google Shape;1284;p29"/>
            <p:cNvGrpSpPr/>
            <p:nvPr/>
          </p:nvGrpSpPr>
          <p:grpSpPr>
            <a:xfrm>
              <a:off x="-258120" y="-241560"/>
              <a:ext cx="981360" cy="1985400"/>
              <a:chOff x="-258120" y="-241560"/>
              <a:chExt cx="981360" cy="1985400"/>
            </a:xfrm>
          </p:grpSpPr>
          <p:sp>
            <p:nvSpPr>
              <p:cNvPr id="920" name="Google Shape;1285;p29"/>
              <p:cNvSpPr/>
              <p:nvPr/>
            </p:nvSpPr>
            <p:spPr>
              <a:xfrm rot="10800000">
                <a:off x="-257760" y="-24156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1" name="Google Shape;1286;p29"/>
              <p:cNvSpPr/>
              <p:nvPr/>
            </p:nvSpPr>
            <p:spPr>
              <a:xfrm rot="10800000">
                <a:off x="-120600" y="-24120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2" name="Google Shape;1287;p29"/>
            <p:cNvGrpSpPr/>
            <p:nvPr/>
          </p:nvGrpSpPr>
          <p:grpSpPr>
            <a:xfrm>
              <a:off x="381600" y="794520"/>
              <a:ext cx="699120" cy="478080"/>
              <a:chOff x="381600" y="794520"/>
              <a:chExt cx="699120" cy="478080"/>
            </a:xfrm>
          </p:grpSpPr>
          <p:grpSp>
            <p:nvGrpSpPr>
              <p:cNvPr id="923" name="Google Shape;1288;p29"/>
              <p:cNvGrpSpPr/>
              <p:nvPr/>
            </p:nvGrpSpPr>
            <p:grpSpPr>
              <a:xfrm>
                <a:off x="381600" y="794520"/>
                <a:ext cx="478080" cy="478080"/>
                <a:chOff x="381600" y="794520"/>
                <a:chExt cx="478080" cy="478080"/>
              </a:xfrm>
            </p:grpSpPr>
            <p:sp>
              <p:nvSpPr>
                <p:cNvPr id="924" name="Google Shape;1289;p29"/>
                <p:cNvSpPr/>
                <p:nvPr/>
              </p:nvSpPr>
              <p:spPr>
                <a:xfrm rot="2700000">
                  <a:off x="447840" y="8679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25" name="Google Shape;1290;p29"/>
                <p:cNvGrpSpPr/>
                <p:nvPr/>
              </p:nvGrpSpPr>
              <p:grpSpPr>
                <a:xfrm>
                  <a:off x="426600" y="895680"/>
                  <a:ext cx="387360" cy="222840"/>
                  <a:chOff x="426600" y="895680"/>
                  <a:chExt cx="387360" cy="222840"/>
                </a:xfrm>
              </p:grpSpPr>
              <p:sp>
                <p:nvSpPr>
                  <p:cNvPr id="926" name="Google Shape;1291;p29"/>
                  <p:cNvSpPr/>
                  <p:nvPr/>
                </p:nvSpPr>
                <p:spPr>
                  <a:xfrm rot="2700000">
                    <a:off x="45936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7" name="Google Shape;1292;p29"/>
                  <p:cNvSpPr/>
                  <p:nvPr/>
                </p:nvSpPr>
                <p:spPr>
                  <a:xfrm rot="2700000">
                    <a:off x="50040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8" name="Google Shape;1293;p29"/>
                  <p:cNvSpPr/>
                  <p:nvPr/>
                </p:nvSpPr>
                <p:spPr>
                  <a:xfrm rot="2700000">
                    <a:off x="54144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9" name="Google Shape;1294;p29"/>
                  <p:cNvSpPr/>
                  <p:nvPr/>
                </p:nvSpPr>
                <p:spPr>
                  <a:xfrm rot="2700000">
                    <a:off x="58248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30" name="Google Shape;1295;p29"/>
                  <p:cNvSpPr/>
                  <p:nvPr/>
                </p:nvSpPr>
                <p:spPr>
                  <a:xfrm rot="2700000">
                    <a:off x="62352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31" name="Google Shape;1296;p29"/>
              <p:cNvSpPr/>
              <p:nvPr/>
            </p:nvSpPr>
            <p:spPr>
              <a:xfrm rot="18900000">
                <a:off x="712800" y="87408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32" name="Google Shape;1297;p29"/>
            <p:cNvGrpSpPr/>
            <p:nvPr/>
          </p:nvGrpSpPr>
          <p:grpSpPr>
            <a:xfrm>
              <a:off x="-291600" y="-494280"/>
              <a:ext cx="1047240" cy="1351080"/>
              <a:chOff x="-291600" y="-494280"/>
              <a:chExt cx="1047240" cy="1351080"/>
            </a:xfrm>
          </p:grpSpPr>
          <p:sp>
            <p:nvSpPr>
              <p:cNvPr id="933" name="Google Shape;1298;p29"/>
              <p:cNvSpPr/>
              <p:nvPr/>
            </p:nvSpPr>
            <p:spPr>
              <a:xfrm rot="13500000">
                <a:off x="55080" y="159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4" name="Google Shape;1299;p29"/>
              <p:cNvSpPr/>
              <p:nvPr/>
            </p:nvSpPr>
            <p:spPr>
              <a:xfrm rot="13500000">
                <a:off x="-20520" y="-24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5" name="Google Shape;1300;p29"/>
              <p:cNvSpPr/>
              <p:nvPr/>
            </p:nvSpPr>
            <p:spPr>
              <a:xfrm rot="13500000">
                <a:off x="-96840" y="-18864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6" name="Google Shape;1301;p29"/>
              <p:cNvSpPr/>
              <p:nvPr/>
            </p:nvSpPr>
            <p:spPr>
              <a:xfrm rot="13500000">
                <a:off x="-173160" y="-372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37" name="Google Shape;1302;p29"/>
            <p:cNvGrpSpPr/>
            <p:nvPr/>
          </p:nvGrpSpPr>
          <p:grpSpPr>
            <a:xfrm>
              <a:off x="457560" y="455040"/>
              <a:ext cx="699120" cy="478080"/>
              <a:chOff x="457560" y="455040"/>
              <a:chExt cx="699120" cy="478080"/>
            </a:xfrm>
          </p:grpSpPr>
          <p:grpSp>
            <p:nvGrpSpPr>
              <p:cNvPr id="938" name="Google Shape;1303;p29"/>
              <p:cNvGrpSpPr/>
              <p:nvPr/>
            </p:nvGrpSpPr>
            <p:grpSpPr>
              <a:xfrm>
                <a:off x="457560" y="455040"/>
                <a:ext cx="478080" cy="478080"/>
                <a:chOff x="457560" y="455040"/>
                <a:chExt cx="478080" cy="478080"/>
              </a:xfrm>
            </p:grpSpPr>
            <p:sp>
              <p:nvSpPr>
                <p:cNvPr id="939" name="Google Shape;1304;p29"/>
                <p:cNvSpPr/>
                <p:nvPr/>
              </p:nvSpPr>
              <p:spPr>
                <a:xfrm rot="2700000">
                  <a:off x="523800" y="5284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40" name="Google Shape;1305;p29"/>
                <p:cNvGrpSpPr/>
                <p:nvPr/>
              </p:nvGrpSpPr>
              <p:grpSpPr>
                <a:xfrm>
                  <a:off x="502200" y="556200"/>
                  <a:ext cx="387360" cy="222840"/>
                  <a:chOff x="502200" y="556200"/>
                  <a:chExt cx="387360" cy="222840"/>
                </a:xfrm>
              </p:grpSpPr>
              <p:sp>
                <p:nvSpPr>
                  <p:cNvPr id="941" name="Google Shape;1306;p29"/>
                  <p:cNvSpPr/>
                  <p:nvPr/>
                </p:nvSpPr>
                <p:spPr>
                  <a:xfrm rot="2700000">
                    <a:off x="53496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2" name="Google Shape;1307;p29"/>
                  <p:cNvSpPr/>
                  <p:nvPr/>
                </p:nvSpPr>
                <p:spPr>
                  <a:xfrm rot="2700000">
                    <a:off x="57600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3" name="Google Shape;1308;p29"/>
                  <p:cNvSpPr/>
                  <p:nvPr/>
                </p:nvSpPr>
                <p:spPr>
                  <a:xfrm rot="2700000">
                    <a:off x="61704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4" name="Google Shape;1309;p29"/>
                  <p:cNvSpPr/>
                  <p:nvPr/>
                </p:nvSpPr>
                <p:spPr>
                  <a:xfrm rot="2700000">
                    <a:off x="65808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5" name="Google Shape;1310;p29"/>
                  <p:cNvSpPr/>
                  <p:nvPr/>
                </p:nvSpPr>
                <p:spPr>
                  <a:xfrm rot="2700000">
                    <a:off x="69912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46" name="Google Shape;1311;p29"/>
              <p:cNvSpPr/>
              <p:nvPr/>
            </p:nvSpPr>
            <p:spPr>
              <a:xfrm rot="18900000">
                <a:off x="788760" y="5346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7" name="Google Shape;1312;p29"/>
            <p:cNvGrpSpPr/>
            <p:nvPr/>
          </p:nvGrpSpPr>
          <p:grpSpPr>
            <a:xfrm>
              <a:off x="-46800" y="511560"/>
              <a:ext cx="699120" cy="478080"/>
              <a:chOff x="-46800" y="511560"/>
              <a:chExt cx="699120" cy="478080"/>
            </a:xfrm>
          </p:grpSpPr>
          <p:grpSp>
            <p:nvGrpSpPr>
              <p:cNvPr id="948" name="Google Shape;1313;p29"/>
              <p:cNvGrpSpPr/>
              <p:nvPr/>
            </p:nvGrpSpPr>
            <p:grpSpPr>
              <a:xfrm>
                <a:off x="-46800" y="511560"/>
                <a:ext cx="478080" cy="478080"/>
                <a:chOff x="-46800" y="511560"/>
                <a:chExt cx="478080" cy="478080"/>
              </a:xfrm>
            </p:grpSpPr>
            <p:sp>
              <p:nvSpPr>
                <p:cNvPr id="949" name="Google Shape;1314;p29"/>
                <p:cNvSpPr/>
                <p:nvPr/>
              </p:nvSpPr>
              <p:spPr>
                <a:xfrm rot="2700000">
                  <a:off x="19440" y="5850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50" name="Google Shape;1315;p29"/>
                <p:cNvGrpSpPr/>
                <p:nvPr/>
              </p:nvGrpSpPr>
              <p:grpSpPr>
                <a:xfrm>
                  <a:off x="-1800" y="612360"/>
                  <a:ext cx="387360" cy="223200"/>
                  <a:chOff x="-1800" y="612360"/>
                  <a:chExt cx="387360" cy="223200"/>
                </a:xfrm>
              </p:grpSpPr>
              <p:sp>
                <p:nvSpPr>
                  <p:cNvPr id="951" name="Google Shape;1316;p29"/>
                  <p:cNvSpPr/>
                  <p:nvPr/>
                </p:nvSpPr>
                <p:spPr>
                  <a:xfrm rot="2700000">
                    <a:off x="3060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2" name="Google Shape;1317;p29"/>
                  <p:cNvSpPr/>
                  <p:nvPr/>
                </p:nvSpPr>
                <p:spPr>
                  <a:xfrm rot="2700000">
                    <a:off x="7164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3" name="Google Shape;1318;p29"/>
                  <p:cNvSpPr/>
                  <p:nvPr/>
                </p:nvSpPr>
                <p:spPr>
                  <a:xfrm rot="2700000">
                    <a:off x="11268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4" name="Google Shape;1319;p29"/>
                  <p:cNvSpPr/>
                  <p:nvPr/>
                </p:nvSpPr>
                <p:spPr>
                  <a:xfrm rot="2700000">
                    <a:off x="15372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5" name="Google Shape;1320;p29"/>
                  <p:cNvSpPr/>
                  <p:nvPr/>
                </p:nvSpPr>
                <p:spPr>
                  <a:xfrm rot="2700000">
                    <a:off x="19512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56" name="Google Shape;1321;p29"/>
              <p:cNvSpPr/>
              <p:nvPr/>
            </p:nvSpPr>
            <p:spPr>
              <a:xfrm rot="18900000">
                <a:off x="284400" y="5907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57" name="Google Shape;1322;p29"/>
          <p:cNvGrpSpPr/>
          <p:nvPr/>
        </p:nvGrpSpPr>
        <p:grpSpPr>
          <a:xfrm>
            <a:off x="2660400" y="4275720"/>
            <a:ext cx="4950720" cy="2991960"/>
            <a:chOff x="2660400" y="4275720"/>
            <a:chExt cx="4950720" cy="2991960"/>
          </a:xfrm>
        </p:grpSpPr>
        <p:pic>
          <p:nvPicPr>
            <p:cNvPr id="958" name="Google Shape;1323;p2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2660400" y="427572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59" name="Google Shape;1324;p29"/>
            <p:cNvGrpSpPr/>
            <p:nvPr/>
          </p:nvGrpSpPr>
          <p:grpSpPr>
            <a:xfrm>
              <a:off x="2952720" y="4719240"/>
              <a:ext cx="1517400" cy="906480"/>
              <a:chOff x="2952720" y="4719240"/>
              <a:chExt cx="1517400" cy="906480"/>
            </a:xfrm>
          </p:grpSpPr>
          <p:sp>
            <p:nvSpPr>
              <p:cNvPr id="960" name="Google Shape;1325;p29"/>
              <p:cNvSpPr/>
              <p:nvPr/>
            </p:nvSpPr>
            <p:spPr>
              <a:xfrm>
                <a:off x="2952720" y="477828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1326;p29"/>
              <p:cNvSpPr/>
              <p:nvPr/>
            </p:nvSpPr>
            <p:spPr>
              <a:xfrm>
                <a:off x="3530880" y="4835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1327;p29"/>
              <p:cNvSpPr/>
              <p:nvPr/>
            </p:nvSpPr>
            <p:spPr>
              <a:xfrm>
                <a:off x="3409920" y="50688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3" name="Google Shape;1328;p29"/>
              <p:cNvSpPr/>
              <p:nvPr/>
            </p:nvSpPr>
            <p:spPr>
              <a:xfrm>
                <a:off x="3888360" y="47192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4" name="Google Shape;1329;p29"/>
            <p:cNvGrpSpPr/>
            <p:nvPr/>
          </p:nvGrpSpPr>
          <p:grpSpPr>
            <a:xfrm>
              <a:off x="4778280" y="4462560"/>
              <a:ext cx="2832840" cy="1420560"/>
              <a:chOff x="4778280" y="4462560"/>
              <a:chExt cx="2832840" cy="1420560"/>
            </a:xfrm>
          </p:grpSpPr>
          <p:sp>
            <p:nvSpPr>
              <p:cNvPr id="965" name="Google Shape;1330;p29"/>
              <p:cNvSpPr/>
              <p:nvPr/>
            </p:nvSpPr>
            <p:spPr>
              <a:xfrm rot="16200000">
                <a:off x="5484240" y="375624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66" name="Google Shape;1331;p29"/>
              <p:cNvGrpSpPr/>
              <p:nvPr/>
            </p:nvGrpSpPr>
            <p:grpSpPr>
              <a:xfrm>
                <a:off x="6455160" y="5174280"/>
                <a:ext cx="161640" cy="161640"/>
                <a:chOff x="6455160" y="5174280"/>
                <a:chExt cx="161640" cy="161640"/>
              </a:xfrm>
            </p:grpSpPr>
            <p:sp>
              <p:nvSpPr>
                <p:cNvPr id="967" name="Google Shape;1332;p29"/>
                <p:cNvSpPr/>
                <p:nvPr/>
              </p:nvSpPr>
              <p:spPr>
                <a:xfrm rot="10800000">
                  <a:off x="6455160" y="517428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8" name="Google Shape;1333;p29"/>
                <p:cNvSpPr/>
                <p:nvPr/>
              </p:nvSpPr>
              <p:spPr>
                <a:xfrm rot="10800000">
                  <a:off x="6487560" y="521100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69" name="Google Shape;1334;p29"/>
              <p:cNvGrpSpPr/>
              <p:nvPr/>
            </p:nvGrpSpPr>
            <p:grpSpPr>
              <a:xfrm>
                <a:off x="5072400" y="4755960"/>
                <a:ext cx="161640" cy="161640"/>
                <a:chOff x="5072400" y="4755960"/>
                <a:chExt cx="161640" cy="161640"/>
              </a:xfrm>
            </p:grpSpPr>
            <p:sp>
              <p:nvSpPr>
                <p:cNvPr id="970" name="Google Shape;1335;p29"/>
                <p:cNvSpPr/>
                <p:nvPr/>
              </p:nvSpPr>
              <p:spPr>
                <a:xfrm>
                  <a:off x="5072400" y="475596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1" name="Google Shape;1336;p29"/>
                <p:cNvSpPr/>
                <p:nvPr/>
              </p:nvSpPr>
              <p:spPr>
                <a:xfrm>
                  <a:off x="5104800" y="47926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972" name="Google Shape;1337;p29"/>
          <p:cNvSpPr/>
          <p:nvPr/>
        </p:nvSpPr>
        <p:spPr>
          <a:xfrm>
            <a:off x="1157400" y="3476880"/>
            <a:ext cx="5319720" cy="6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4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75" name="Google Shape;1283;p29"/>
          <p:cNvGrpSpPr/>
          <p:nvPr/>
        </p:nvGrpSpPr>
        <p:grpSpPr>
          <a:xfrm>
            <a:off x="-291600" y="-494280"/>
            <a:ext cx="1448280" cy="2238120"/>
            <a:chOff x="-291600" y="-494280"/>
            <a:chExt cx="1448280" cy="2238120"/>
          </a:xfrm>
        </p:grpSpPr>
        <p:grpSp>
          <p:nvGrpSpPr>
            <p:cNvPr id="976" name="Google Shape;1284;p29"/>
            <p:cNvGrpSpPr/>
            <p:nvPr/>
          </p:nvGrpSpPr>
          <p:grpSpPr>
            <a:xfrm>
              <a:off x="-258120" y="-241560"/>
              <a:ext cx="981360" cy="1985400"/>
              <a:chOff x="-258120" y="-241560"/>
              <a:chExt cx="981360" cy="1985400"/>
            </a:xfrm>
          </p:grpSpPr>
          <p:sp>
            <p:nvSpPr>
              <p:cNvPr id="920" name="Google Shape;1285;p29"/>
              <p:cNvSpPr/>
              <p:nvPr/>
            </p:nvSpPr>
            <p:spPr>
              <a:xfrm rot="10800000">
                <a:off x="-257760" y="-24156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1" name="Google Shape;1286;p29"/>
              <p:cNvSpPr/>
              <p:nvPr/>
            </p:nvSpPr>
            <p:spPr>
              <a:xfrm rot="10800000">
                <a:off x="-120600" y="-24120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77" name="Google Shape;1287;p29"/>
            <p:cNvGrpSpPr/>
            <p:nvPr/>
          </p:nvGrpSpPr>
          <p:grpSpPr>
            <a:xfrm>
              <a:off x="381600" y="794520"/>
              <a:ext cx="699120" cy="478080"/>
              <a:chOff x="381600" y="794520"/>
              <a:chExt cx="699120" cy="478080"/>
            </a:xfrm>
          </p:grpSpPr>
          <p:grpSp>
            <p:nvGrpSpPr>
              <p:cNvPr id="978" name="Google Shape;1288;p29"/>
              <p:cNvGrpSpPr/>
              <p:nvPr/>
            </p:nvGrpSpPr>
            <p:grpSpPr>
              <a:xfrm>
                <a:off x="381600" y="794520"/>
                <a:ext cx="478080" cy="478080"/>
                <a:chOff x="381600" y="794520"/>
                <a:chExt cx="478080" cy="478080"/>
              </a:xfrm>
            </p:grpSpPr>
            <p:sp>
              <p:nvSpPr>
                <p:cNvPr id="924" name="Google Shape;1289;p29"/>
                <p:cNvSpPr/>
                <p:nvPr/>
              </p:nvSpPr>
              <p:spPr>
                <a:xfrm rot="2700000">
                  <a:off x="447840" y="8679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79" name="Google Shape;1290;p29"/>
                <p:cNvGrpSpPr/>
                <p:nvPr/>
              </p:nvGrpSpPr>
              <p:grpSpPr>
                <a:xfrm>
                  <a:off x="426600" y="895680"/>
                  <a:ext cx="387360" cy="222840"/>
                  <a:chOff x="426600" y="895680"/>
                  <a:chExt cx="387360" cy="222840"/>
                </a:xfrm>
              </p:grpSpPr>
              <p:sp>
                <p:nvSpPr>
                  <p:cNvPr id="926" name="Google Shape;1291;p29"/>
                  <p:cNvSpPr/>
                  <p:nvPr/>
                </p:nvSpPr>
                <p:spPr>
                  <a:xfrm rot="2700000">
                    <a:off x="45936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7" name="Google Shape;1292;p29"/>
                  <p:cNvSpPr/>
                  <p:nvPr/>
                </p:nvSpPr>
                <p:spPr>
                  <a:xfrm rot="2700000">
                    <a:off x="50040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8" name="Google Shape;1293;p29"/>
                  <p:cNvSpPr/>
                  <p:nvPr/>
                </p:nvSpPr>
                <p:spPr>
                  <a:xfrm rot="2700000">
                    <a:off x="54144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9" name="Google Shape;1294;p29"/>
                  <p:cNvSpPr/>
                  <p:nvPr/>
                </p:nvSpPr>
                <p:spPr>
                  <a:xfrm rot="2700000">
                    <a:off x="58248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30" name="Google Shape;1295;p29"/>
                  <p:cNvSpPr/>
                  <p:nvPr/>
                </p:nvSpPr>
                <p:spPr>
                  <a:xfrm rot="2700000">
                    <a:off x="623520" y="9280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31" name="Google Shape;1296;p29"/>
              <p:cNvSpPr/>
              <p:nvPr/>
            </p:nvSpPr>
            <p:spPr>
              <a:xfrm rot="18900000">
                <a:off x="712800" y="87408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0" name="Google Shape;1297;p29"/>
            <p:cNvGrpSpPr/>
            <p:nvPr/>
          </p:nvGrpSpPr>
          <p:grpSpPr>
            <a:xfrm>
              <a:off x="-291600" y="-494280"/>
              <a:ext cx="1047240" cy="1351080"/>
              <a:chOff x="-291600" y="-494280"/>
              <a:chExt cx="1047240" cy="1351080"/>
            </a:xfrm>
          </p:grpSpPr>
          <p:sp>
            <p:nvSpPr>
              <p:cNvPr id="933" name="Google Shape;1298;p29"/>
              <p:cNvSpPr/>
              <p:nvPr/>
            </p:nvSpPr>
            <p:spPr>
              <a:xfrm rot="13500000">
                <a:off x="55080" y="159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4" name="Google Shape;1299;p29"/>
              <p:cNvSpPr/>
              <p:nvPr/>
            </p:nvSpPr>
            <p:spPr>
              <a:xfrm rot="13500000">
                <a:off x="-20520" y="-244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5" name="Google Shape;1300;p29"/>
              <p:cNvSpPr/>
              <p:nvPr/>
            </p:nvSpPr>
            <p:spPr>
              <a:xfrm rot="13500000">
                <a:off x="-96840" y="-18864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6" name="Google Shape;1301;p29"/>
              <p:cNvSpPr/>
              <p:nvPr/>
            </p:nvSpPr>
            <p:spPr>
              <a:xfrm rot="13500000">
                <a:off x="-173160" y="-372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1" name="Google Shape;1302;p29"/>
            <p:cNvGrpSpPr/>
            <p:nvPr/>
          </p:nvGrpSpPr>
          <p:grpSpPr>
            <a:xfrm>
              <a:off x="457560" y="455040"/>
              <a:ext cx="699120" cy="478080"/>
              <a:chOff x="457560" y="455040"/>
              <a:chExt cx="699120" cy="478080"/>
            </a:xfrm>
          </p:grpSpPr>
          <p:grpSp>
            <p:nvGrpSpPr>
              <p:cNvPr id="982" name="Google Shape;1303;p29"/>
              <p:cNvGrpSpPr/>
              <p:nvPr/>
            </p:nvGrpSpPr>
            <p:grpSpPr>
              <a:xfrm>
                <a:off x="457560" y="455040"/>
                <a:ext cx="478080" cy="478080"/>
                <a:chOff x="457560" y="455040"/>
                <a:chExt cx="478080" cy="478080"/>
              </a:xfrm>
            </p:grpSpPr>
            <p:sp>
              <p:nvSpPr>
                <p:cNvPr id="939" name="Google Shape;1304;p29"/>
                <p:cNvSpPr/>
                <p:nvPr/>
              </p:nvSpPr>
              <p:spPr>
                <a:xfrm rot="2700000">
                  <a:off x="523800" y="5284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83" name="Google Shape;1305;p29"/>
                <p:cNvGrpSpPr/>
                <p:nvPr/>
              </p:nvGrpSpPr>
              <p:grpSpPr>
                <a:xfrm>
                  <a:off x="502200" y="556200"/>
                  <a:ext cx="387360" cy="222840"/>
                  <a:chOff x="502200" y="556200"/>
                  <a:chExt cx="387360" cy="222840"/>
                </a:xfrm>
              </p:grpSpPr>
              <p:sp>
                <p:nvSpPr>
                  <p:cNvPr id="941" name="Google Shape;1306;p29"/>
                  <p:cNvSpPr/>
                  <p:nvPr/>
                </p:nvSpPr>
                <p:spPr>
                  <a:xfrm rot="2700000">
                    <a:off x="53496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2" name="Google Shape;1307;p29"/>
                  <p:cNvSpPr/>
                  <p:nvPr/>
                </p:nvSpPr>
                <p:spPr>
                  <a:xfrm rot="2700000">
                    <a:off x="57600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3" name="Google Shape;1308;p29"/>
                  <p:cNvSpPr/>
                  <p:nvPr/>
                </p:nvSpPr>
                <p:spPr>
                  <a:xfrm rot="2700000">
                    <a:off x="61704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4" name="Google Shape;1309;p29"/>
                  <p:cNvSpPr/>
                  <p:nvPr/>
                </p:nvSpPr>
                <p:spPr>
                  <a:xfrm rot="2700000">
                    <a:off x="65808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45" name="Google Shape;1310;p29"/>
                  <p:cNvSpPr/>
                  <p:nvPr/>
                </p:nvSpPr>
                <p:spPr>
                  <a:xfrm rot="2700000">
                    <a:off x="699120" y="5886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46" name="Google Shape;1311;p29"/>
              <p:cNvSpPr/>
              <p:nvPr/>
            </p:nvSpPr>
            <p:spPr>
              <a:xfrm rot="18900000">
                <a:off x="788760" y="5346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4" name="Google Shape;1312;p29"/>
            <p:cNvGrpSpPr/>
            <p:nvPr/>
          </p:nvGrpSpPr>
          <p:grpSpPr>
            <a:xfrm>
              <a:off x="-46800" y="511560"/>
              <a:ext cx="699120" cy="478080"/>
              <a:chOff x="-46800" y="511560"/>
              <a:chExt cx="699120" cy="478080"/>
            </a:xfrm>
          </p:grpSpPr>
          <p:grpSp>
            <p:nvGrpSpPr>
              <p:cNvPr id="985" name="Google Shape;1313;p29"/>
              <p:cNvGrpSpPr/>
              <p:nvPr/>
            </p:nvGrpSpPr>
            <p:grpSpPr>
              <a:xfrm>
                <a:off x="-46800" y="511560"/>
                <a:ext cx="478080" cy="478080"/>
                <a:chOff x="-46800" y="511560"/>
                <a:chExt cx="478080" cy="478080"/>
              </a:xfrm>
            </p:grpSpPr>
            <p:sp>
              <p:nvSpPr>
                <p:cNvPr id="949" name="Google Shape;1314;p29"/>
                <p:cNvSpPr/>
                <p:nvPr/>
              </p:nvSpPr>
              <p:spPr>
                <a:xfrm rot="2700000">
                  <a:off x="19440" y="5850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986" name="Google Shape;1315;p29"/>
                <p:cNvGrpSpPr/>
                <p:nvPr/>
              </p:nvGrpSpPr>
              <p:grpSpPr>
                <a:xfrm>
                  <a:off x="-1800" y="612360"/>
                  <a:ext cx="387360" cy="223200"/>
                  <a:chOff x="-1800" y="612360"/>
                  <a:chExt cx="387360" cy="223200"/>
                </a:xfrm>
              </p:grpSpPr>
              <p:sp>
                <p:nvSpPr>
                  <p:cNvPr id="951" name="Google Shape;1316;p29"/>
                  <p:cNvSpPr/>
                  <p:nvPr/>
                </p:nvSpPr>
                <p:spPr>
                  <a:xfrm rot="2700000">
                    <a:off x="3060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2" name="Google Shape;1317;p29"/>
                  <p:cNvSpPr/>
                  <p:nvPr/>
                </p:nvSpPr>
                <p:spPr>
                  <a:xfrm rot="2700000">
                    <a:off x="7164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3" name="Google Shape;1318;p29"/>
                  <p:cNvSpPr/>
                  <p:nvPr/>
                </p:nvSpPr>
                <p:spPr>
                  <a:xfrm rot="2700000">
                    <a:off x="11268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4" name="Google Shape;1319;p29"/>
                  <p:cNvSpPr/>
                  <p:nvPr/>
                </p:nvSpPr>
                <p:spPr>
                  <a:xfrm rot="2700000">
                    <a:off x="153720" y="6447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55" name="Google Shape;1320;p29"/>
                  <p:cNvSpPr/>
                  <p:nvPr/>
                </p:nvSpPr>
                <p:spPr>
                  <a:xfrm rot="2700000">
                    <a:off x="195120" y="6451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956" name="Google Shape;1321;p29"/>
              <p:cNvSpPr/>
              <p:nvPr/>
            </p:nvSpPr>
            <p:spPr>
              <a:xfrm rot="18900000">
                <a:off x="284400" y="5907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987" name="Google Shape;1322;p29"/>
          <p:cNvGrpSpPr/>
          <p:nvPr/>
        </p:nvGrpSpPr>
        <p:grpSpPr>
          <a:xfrm>
            <a:off x="2660400" y="4275720"/>
            <a:ext cx="4950720" cy="2991960"/>
            <a:chOff x="2660400" y="4275720"/>
            <a:chExt cx="4950720" cy="2991960"/>
          </a:xfrm>
        </p:grpSpPr>
        <p:pic>
          <p:nvPicPr>
            <p:cNvPr id="988" name="Google Shape;1323;p2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2660400" y="4275720"/>
              <a:ext cx="354852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89" name="Google Shape;1324;p29"/>
            <p:cNvGrpSpPr/>
            <p:nvPr/>
          </p:nvGrpSpPr>
          <p:grpSpPr>
            <a:xfrm>
              <a:off x="2952720" y="4719240"/>
              <a:ext cx="1517400" cy="906480"/>
              <a:chOff x="2952720" y="4719240"/>
              <a:chExt cx="1517400" cy="906480"/>
            </a:xfrm>
          </p:grpSpPr>
          <p:sp>
            <p:nvSpPr>
              <p:cNvPr id="960" name="Google Shape;1325;p29"/>
              <p:cNvSpPr/>
              <p:nvPr/>
            </p:nvSpPr>
            <p:spPr>
              <a:xfrm>
                <a:off x="2952720" y="477828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1326;p29"/>
              <p:cNvSpPr/>
              <p:nvPr/>
            </p:nvSpPr>
            <p:spPr>
              <a:xfrm>
                <a:off x="3530880" y="4835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1327;p29"/>
              <p:cNvSpPr/>
              <p:nvPr/>
            </p:nvSpPr>
            <p:spPr>
              <a:xfrm>
                <a:off x="3409920" y="50688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3" name="Google Shape;1328;p29"/>
              <p:cNvSpPr/>
              <p:nvPr/>
            </p:nvSpPr>
            <p:spPr>
              <a:xfrm>
                <a:off x="3888360" y="47192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0" name="Google Shape;1329;p29"/>
            <p:cNvGrpSpPr/>
            <p:nvPr/>
          </p:nvGrpSpPr>
          <p:grpSpPr>
            <a:xfrm>
              <a:off x="4778280" y="4462560"/>
              <a:ext cx="2832840" cy="1420560"/>
              <a:chOff x="4778280" y="4462560"/>
              <a:chExt cx="2832840" cy="1420560"/>
            </a:xfrm>
          </p:grpSpPr>
          <p:sp>
            <p:nvSpPr>
              <p:cNvPr id="965" name="Google Shape;1330;p29"/>
              <p:cNvSpPr/>
              <p:nvPr/>
            </p:nvSpPr>
            <p:spPr>
              <a:xfrm rot="16200000">
                <a:off x="5484240" y="375624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91" name="Google Shape;1331;p29"/>
              <p:cNvGrpSpPr/>
              <p:nvPr/>
            </p:nvGrpSpPr>
            <p:grpSpPr>
              <a:xfrm>
                <a:off x="6455160" y="5174280"/>
                <a:ext cx="161640" cy="161640"/>
                <a:chOff x="6455160" y="5174280"/>
                <a:chExt cx="161640" cy="161640"/>
              </a:xfrm>
            </p:grpSpPr>
            <p:sp>
              <p:nvSpPr>
                <p:cNvPr id="967" name="Google Shape;1332;p29"/>
                <p:cNvSpPr/>
                <p:nvPr/>
              </p:nvSpPr>
              <p:spPr>
                <a:xfrm rot="10800000">
                  <a:off x="6455160" y="517428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8" name="Google Shape;1333;p29"/>
                <p:cNvSpPr/>
                <p:nvPr/>
              </p:nvSpPr>
              <p:spPr>
                <a:xfrm rot="10800000">
                  <a:off x="6487560" y="521100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92" name="Google Shape;1334;p29"/>
              <p:cNvGrpSpPr/>
              <p:nvPr/>
            </p:nvGrpSpPr>
            <p:grpSpPr>
              <a:xfrm>
                <a:off x="5072400" y="4755960"/>
                <a:ext cx="161640" cy="161640"/>
                <a:chOff x="5072400" y="4755960"/>
                <a:chExt cx="161640" cy="161640"/>
              </a:xfrm>
            </p:grpSpPr>
            <p:sp>
              <p:nvSpPr>
                <p:cNvPr id="970" name="Google Shape;1335;p29"/>
                <p:cNvSpPr/>
                <p:nvPr/>
              </p:nvSpPr>
              <p:spPr>
                <a:xfrm>
                  <a:off x="5072400" y="475596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1" name="Google Shape;1336;p29"/>
                <p:cNvSpPr/>
                <p:nvPr/>
              </p:nvSpPr>
              <p:spPr>
                <a:xfrm>
                  <a:off x="5104800" y="47926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972" name="Google Shape;1337;p29"/>
          <p:cNvSpPr/>
          <p:nvPr/>
        </p:nvSpPr>
        <p:spPr>
          <a:xfrm>
            <a:off x="1157400" y="3476880"/>
            <a:ext cx="5319720" cy="6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CREDITS: 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, and includes icons, infographics &amp; images by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  <a:hlinkClick r:id="rId4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Google Shape;1339;p30"/>
          <p:cNvGrpSpPr/>
          <p:nvPr/>
        </p:nvGrpSpPr>
        <p:grpSpPr>
          <a:xfrm>
            <a:off x="-623160" y="3925800"/>
            <a:ext cx="2833200" cy="1517760"/>
            <a:chOff x="-623160" y="3925800"/>
            <a:chExt cx="2833200" cy="1517760"/>
          </a:xfrm>
        </p:grpSpPr>
        <p:grpSp>
          <p:nvGrpSpPr>
            <p:cNvPr id="995" name="Google Shape;1340;p30"/>
            <p:cNvGrpSpPr/>
            <p:nvPr/>
          </p:nvGrpSpPr>
          <p:grpSpPr>
            <a:xfrm>
              <a:off x="-573120" y="3925800"/>
              <a:ext cx="906480" cy="1517760"/>
              <a:chOff x="-573120" y="3925800"/>
              <a:chExt cx="906480" cy="1517760"/>
            </a:xfrm>
          </p:grpSpPr>
          <p:sp>
            <p:nvSpPr>
              <p:cNvPr id="996" name="Google Shape;1341;p30"/>
              <p:cNvSpPr/>
              <p:nvPr/>
            </p:nvSpPr>
            <p:spPr>
              <a:xfrm rot="5400000">
                <a:off x="-29520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7" name="Google Shape;1342;p30"/>
              <p:cNvSpPr/>
              <p:nvPr/>
            </p:nvSpPr>
            <p:spPr>
              <a:xfrm rot="5400000">
                <a:off x="-11520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8" name="Google Shape;1343;p30"/>
              <p:cNvSpPr/>
              <p:nvPr/>
            </p:nvSpPr>
            <p:spPr>
              <a:xfrm rot="5400000">
                <a:off x="-58536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9" name="Google Shape;1344;p30"/>
              <p:cNvSpPr/>
              <p:nvPr/>
            </p:nvSpPr>
            <p:spPr>
              <a:xfrm rot="5400000">
                <a:off x="-23580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0" name="Google Shape;1345;p30"/>
            <p:cNvGrpSpPr/>
            <p:nvPr/>
          </p:nvGrpSpPr>
          <p:grpSpPr>
            <a:xfrm>
              <a:off x="-622800" y="4022640"/>
              <a:ext cx="2832840" cy="1420560"/>
              <a:chOff x="-622800" y="4022640"/>
              <a:chExt cx="2832840" cy="1420560"/>
            </a:xfrm>
          </p:grpSpPr>
          <p:sp>
            <p:nvSpPr>
              <p:cNvPr id="1001" name="Google Shape;1346;p30"/>
              <p:cNvSpPr/>
              <p:nvPr/>
            </p:nvSpPr>
            <p:spPr>
              <a:xfrm rot="5400000">
                <a:off x="8316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02" name="Google Shape;1347;p30"/>
              <p:cNvGrpSpPr/>
              <p:nvPr/>
            </p:nvGrpSpPr>
            <p:grpSpPr>
              <a:xfrm>
                <a:off x="371880" y="4569840"/>
                <a:ext cx="161640" cy="161640"/>
                <a:chOff x="371880" y="4569840"/>
                <a:chExt cx="161640" cy="161640"/>
              </a:xfrm>
            </p:grpSpPr>
            <p:sp>
              <p:nvSpPr>
                <p:cNvPr id="1003" name="Google Shape;1348;p30"/>
                <p:cNvSpPr/>
                <p:nvPr/>
              </p:nvSpPr>
              <p:spPr>
                <a:xfrm>
                  <a:off x="37188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4" name="Google Shape;1349;p30"/>
                <p:cNvSpPr/>
                <p:nvPr/>
              </p:nvSpPr>
              <p:spPr>
                <a:xfrm>
                  <a:off x="40428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05" name="Google Shape;1350;p30"/>
              <p:cNvGrpSpPr/>
              <p:nvPr/>
            </p:nvGrpSpPr>
            <p:grpSpPr>
              <a:xfrm>
                <a:off x="1754640" y="4988520"/>
                <a:ext cx="161640" cy="161640"/>
                <a:chOff x="1754640" y="4988520"/>
                <a:chExt cx="161640" cy="161640"/>
              </a:xfrm>
            </p:grpSpPr>
            <p:sp>
              <p:nvSpPr>
                <p:cNvPr id="1006" name="Google Shape;1351;p30"/>
                <p:cNvSpPr/>
                <p:nvPr/>
              </p:nvSpPr>
              <p:spPr>
                <a:xfrm rot="10800000">
                  <a:off x="175464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7" name="Google Shape;1352;p30"/>
                <p:cNvSpPr/>
                <p:nvPr/>
              </p:nvSpPr>
              <p:spPr>
                <a:xfrm rot="10800000">
                  <a:off x="178704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1008" name="Google Shape;1353;p30"/>
            <p:cNvSpPr/>
            <p:nvPr/>
          </p:nvSpPr>
          <p:spPr>
            <a:xfrm rot="16200000">
              <a:off x="28908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09" name="Google Shape;1354;p30"/>
          <p:cNvGrpSpPr/>
          <p:nvPr/>
        </p:nvGrpSpPr>
        <p:grpSpPr>
          <a:xfrm>
            <a:off x="6323760" y="-1678320"/>
            <a:ext cx="4188960" cy="3066120"/>
            <a:chOff x="6323760" y="-1678320"/>
            <a:chExt cx="4188960" cy="3066120"/>
          </a:xfrm>
        </p:grpSpPr>
        <p:sp>
          <p:nvSpPr>
            <p:cNvPr id="1010" name="Google Shape;1355;p30"/>
            <p:cNvSpPr/>
            <p:nvPr/>
          </p:nvSpPr>
          <p:spPr>
            <a:xfrm rot="16200000">
              <a:off x="6960960" y="-807840"/>
              <a:ext cx="1558440" cy="2832840"/>
            </a:xfrm>
            <a:custGeom>
              <a:avLst/>
              <a:gdLst>
                <a:gd name="textAreaLeft" fmla="*/ 0 w 1558440"/>
                <a:gd name="textAreaRight" fmla="*/ 1558800 w 155844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011" name="Google Shape;1356;p3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6739920" y="-1678320"/>
              <a:ext cx="3772800" cy="287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2" name="Google Shape;1357;p30"/>
            <p:cNvSpPr/>
            <p:nvPr/>
          </p:nvSpPr>
          <p:spPr>
            <a:xfrm>
              <a:off x="8445240" y="-80640"/>
              <a:ext cx="903960" cy="865440"/>
            </a:xfrm>
            <a:custGeom>
              <a:avLst/>
              <a:gdLst>
                <a:gd name="textAreaLeft" fmla="*/ 0 w 903960"/>
                <a:gd name="textAreaRight" fmla="*/ 904320 w 903960"/>
                <a:gd name="textAreaTop" fmla="*/ 0 h 865440"/>
                <a:gd name="textAreaBottom" fmla="*/ 865800 h 86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13" name="Google Shape;1358;p30"/>
            <p:cNvGrpSpPr/>
            <p:nvPr/>
          </p:nvGrpSpPr>
          <p:grpSpPr>
            <a:xfrm>
              <a:off x="8658000" y="-59040"/>
              <a:ext cx="174960" cy="822960"/>
              <a:chOff x="8658000" y="-59040"/>
              <a:chExt cx="174960" cy="822960"/>
            </a:xfrm>
          </p:grpSpPr>
          <p:sp>
            <p:nvSpPr>
              <p:cNvPr id="1014" name="Google Shape;1359;p30"/>
              <p:cNvSpPr/>
              <p:nvPr/>
            </p:nvSpPr>
            <p:spPr>
              <a:xfrm rot="18900000">
                <a:off x="8683560" y="61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5" name="Google Shape;1360;p30"/>
              <p:cNvSpPr/>
              <p:nvPr/>
            </p:nvSpPr>
            <p:spPr>
              <a:xfrm rot="18900000">
                <a:off x="8683560" y="5068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6" name="Google Shape;1361;p30"/>
              <p:cNvSpPr/>
              <p:nvPr/>
            </p:nvSpPr>
            <p:spPr>
              <a:xfrm rot="18900000">
                <a:off x="8683560" y="398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7" name="Google Shape;1362;p30"/>
              <p:cNvSpPr/>
              <p:nvPr/>
            </p:nvSpPr>
            <p:spPr>
              <a:xfrm rot="18900000">
                <a:off x="8683200" y="290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8" name="Google Shape;1363;p30"/>
              <p:cNvSpPr/>
              <p:nvPr/>
            </p:nvSpPr>
            <p:spPr>
              <a:xfrm rot="18900000">
                <a:off x="8683920" y="183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9" name="Google Shape;1364;p30"/>
              <p:cNvSpPr/>
              <p:nvPr/>
            </p:nvSpPr>
            <p:spPr>
              <a:xfrm rot="18900000">
                <a:off x="8683560" y="7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0" name="Google Shape;1365;p30"/>
              <p:cNvSpPr/>
              <p:nvPr/>
            </p:nvSpPr>
            <p:spPr>
              <a:xfrm rot="18900000">
                <a:off x="8683560" y="-334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21" name="Google Shape;1366;p30"/>
            <p:cNvGrpSpPr/>
            <p:nvPr/>
          </p:nvGrpSpPr>
          <p:grpSpPr>
            <a:xfrm>
              <a:off x="8907480" y="-59040"/>
              <a:ext cx="174600" cy="822960"/>
              <a:chOff x="8907480" y="-59040"/>
              <a:chExt cx="174600" cy="822960"/>
            </a:xfrm>
          </p:grpSpPr>
          <p:sp>
            <p:nvSpPr>
              <p:cNvPr id="1022" name="Google Shape;1367;p30"/>
              <p:cNvSpPr/>
              <p:nvPr/>
            </p:nvSpPr>
            <p:spPr>
              <a:xfrm rot="18900000">
                <a:off x="8933040" y="61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1368;p30"/>
              <p:cNvSpPr/>
              <p:nvPr/>
            </p:nvSpPr>
            <p:spPr>
              <a:xfrm rot="18900000">
                <a:off x="8933040" y="5068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1369;p30"/>
              <p:cNvSpPr/>
              <p:nvPr/>
            </p:nvSpPr>
            <p:spPr>
              <a:xfrm rot="18900000">
                <a:off x="8933040" y="398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5" name="Google Shape;1370;p30"/>
              <p:cNvSpPr/>
              <p:nvPr/>
            </p:nvSpPr>
            <p:spPr>
              <a:xfrm rot="18900000">
                <a:off x="8932680" y="290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6" name="Google Shape;1371;p30"/>
              <p:cNvSpPr/>
              <p:nvPr/>
            </p:nvSpPr>
            <p:spPr>
              <a:xfrm rot="18900000">
                <a:off x="8933040" y="183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7" name="Google Shape;1372;p30"/>
              <p:cNvSpPr/>
              <p:nvPr/>
            </p:nvSpPr>
            <p:spPr>
              <a:xfrm rot="18900000">
                <a:off x="8933040" y="7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8" name="Google Shape;1373;p30"/>
              <p:cNvSpPr/>
              <p:nvPr/>
            </p:nvSpPr>
            <p:spPr>
              <a:xfrm rot="18900000">
                <a:off x="8933040" y="-334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29" name="Google Shape;1374;p30"/>
          <p:cNvGrpSpPr/>
          <p:nvPr/>
        </p:nvGrpSpPr>
        <p:grpSpPr>
          <a:xfrm>
            <a:off x="8854560" y="2261160"/>
            <a:ext cx="620640" cy="620640"/>
            <a:chOff x="8854560" y="2261160"/>
            <a:chExt cx="620640" cy="620640"/>
          </a:xfrm>
        </p:grpSpPr>
        <p:sp>
          <p:nvSpPr>
            <p:cNvPr id="1030" name="Google Shape;1375;p30"/>
            <p:cNvSpPr/>
            <p:nvPr/>
          </p:nvSpPr>
          <p:spPr>
            <a:xfrm rot="2700000">
              <a:off x="8945280" y="23518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1" name="Google Shape;1376;p30"/>
            <p:cNvSpPr/>
            <p:nvPr/>
          </p:nvSpPr>
          <p:spPr>
            <a:xfrm rot="2700000">
              <a:off x="9033480" y="24519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4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pic>
            <p:nvPicPr>
              <p:cNvPr id="5" name="Google Shape;12;p2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6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2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5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8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21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3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4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7" name="Google Shape;34;p2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31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8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40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4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9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50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3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4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6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8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9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0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1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3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8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9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70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71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3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4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6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7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8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9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9000"/>
                      </a:srgbClr>
                    </a:gs>
                  </a:gsLst>
                  <a:path path="circle">
                    <a:fillToRect r="100000" b="10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0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81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6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subTitle"/>
          </p:nvPr>
        </p:nvSpPr>
        <p:spPr>
          <a:xfrm>
            <a:off x="1095480" y="3457440"/>
            <a:ext cx="4885920" cy="5748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2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de-DE" sz="1600" b="0" u="none" strike="noStrike" noProof="0" dirty="0">
                <a:solidFill>
                  <a:schemeClr val="dk1"/>
                </a:solidFill>
                <a:effectLst/>
                <a:uFillTx/>
                <a:latin typeface="Poppins"/>
                <a:ea typeface="Poppins"/>
              </a:rPr>
              <a:t>Fabian Bäumer, Gerrit Erdt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de-DE" sz="1600" noProof="0" dirty="0" err="1">
                <a:solidFill>
                  <a:schemeClr val="dk1"/>
                </a:solidFill>
                <a:latin typeface="Poppins"/>
              </a:rPr>
              <a:t>Machine</a:t>
            </a:r>
            <a:r>
              <a:rPr lang="de-DE" sz="1600" noProof="0" dirty="0">
                <a:solidFill>
                  <a:schemeClr val="dk1"/>
                </a:solidFill>
                <a:latin typeface="Poppins"/>
              </a:rPr>
              <a:t> Learning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de-DE" sz="1600" noProof="0" dirty="0">
                <a:solidFill>
                  <a:schemeClr val="dk1"/>
                </a:solidFill>
                <a:latin typeface="Poppins"/>
              </a:rPr>
              <a:t>Prof. Dr. </a:t>
            </a:r>
            <a:r>
              <a:rPr lang="de-DE" sz="1600" noProof="0" dirty="0" err="1">
                <a:solidFill>
                  <a:schemeClr val="dk1"/>
                </a:solidFill>
                <a:latin typeface="Poppins"/>
              </a:rPr>
              <a:t>Kornmayer</a:t>
            </a:r>
            <a:r>
              <a:rPr lang="de-DE" sz="1600" noProof="0" dirty="0">
                <a:solidFill>
                  <a:schemeClr val="dk1"/>
                </a:solidFill>
                <a:latin typeface="Poppins"/>
              </a:rPr>
              <a:t>, </a:t>
            </a:r>
            <a:r>
              <a:rPr lang="de-DE" sz="1600" noProof="0" dirty="0" err="1">
                <a:solidFill>
                  <a:schemeClr val="dk1"/>
                </a:solidFill>
                <a:latin typeface="Poppins"/>
              </a:rPr>
              <a:t>Jarred</a:t>
            </a:r>
            <a:r>
              <a:rPr lang="de-DE" sz="1600" noProof="0" dirty="0">
                <a:solidFill>
                  <a:schemeClr val="dk1"/>
                </a:solidFill>
                <a:latin typeface="Poppins"/>
              </a:rPr>
              <a:t> Green</a:t>
            </a:r>
          </a:p>
        </p:txBody>
      </p:sp>
      <p:sp>
        <p:nvSpPr>
          <p:cNvPr id="1350" name="PlaceHolder 2"/>
          <p:cNvSpPr>
            <a:spLocks noGrp="1"/>
          </p:cNvSpPr>
          <p:nvPr>
            <p:ph type="title"/>
          </p:nvPr>
        </p:nvSpPr>
        <p:spPr>
          <a:xfrm>
            <a:off x="1095480" y="819000"/>
            <a:ext cx="6972120" cy="23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de-DE" sz="4500" b="1" u="none" strike="noStrike" noProof="0" dirty="0">
                <a:solidFill>
                  <a:schemeClr val="dk2"/>
                </a:solidFill>
                <a:effectLst/>
                <a:uFillTx/>
                <a:latin typeface="IBM Plex Mono"/>
                <a:ea typeface="IBM Plex Mono"/>
              </a:rPr>
              <a:t>GNNs zur Klassifizierung von MAGIC-Daten</a:t>
            </a:r>
            <a:endParaRPr lang="de-DE" sz="4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51" name="Google Shape;1432;p35"/>
          <p:cNvGrpSpPr/>
          <p:nvPr/>
        </p:nvGrpSpPr>
        <p:grpSpPr>
          <a:xfrm>
            <a:off x="1096560" y="3242880"/>
            <a:ext cx="3936600" cy="133560"/>
            <a:chOff x="1096560" y="3242880"/>
            <a:chExt cx="3936600" cy="133560"/>
          </a:xfrm>
        </p:grpSpPr>
        <p:cxnSp>
          <p:nvCxnSpPr>
            <p:cNvPr id="1352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1353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1354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5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56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1357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de-D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58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59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de-DE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60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1361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de-D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62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1363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5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1366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7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8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1369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1800" b="0" u="none" strike="noStrike" noProof="0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71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de-DE" sz="1800" b="0" u="none" strike="noStrike" noProof="0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77757-870E-D0EC-432B-A846F5B4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Aufgabenstellung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7CA79DC-FACD-AAD7-5AAF-19BABEE5BFCD}"/>
              </a:ext>
            </a:extLst>
          </p:cNvPr>
          <p:cNvSpPr txBox="1">
            <a:spLocks/>
          </p:cNvSpPr>
          <p:nvPr/>
        </p:nvSpPr>
        <p:spPr>
          <a:xfrm>
            <a:off x="720000" y="1448010"/>
            <a:ext cx="6795546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8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Ziel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Klassifikation in Gamma oder Proton Events</a:t>
            </a:r>
            <a:endParaRPr lang="de-DE" sz="18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</a:pPr>
            <a:endParaRPr lang="de-DE" sz="18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de-DE" sz="18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Input Daten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Aufnahmen (Mono/Stereo) der MAGIC-Teleskope</a:t>
            </a:r>
          </a:p>
          <a:p>
            <a:pPr>
              <a:lnSpc>
                <a:spcPct val="100000"/>
              </a:lnSpc>
            </a:pPr>
            <a:endParaRPr lang="de-DE" sz="18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de-DE" sz="18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Vorgehen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Nutzung von GNNs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Vorverarbeitung der Bilddaten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Entwicklung, Optimierung, Training, Bewertung von Netz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1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7EDB6E-57CF-9CC9-6A3E-B6EFD2856257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 err="1">
                <a:solidFill>
                  <a:schemeClr val="dk2"/>
                </a:solidFill>
                <a:latin typeface="IBM Plex Mono"/>
              </a:rPr>
              <a:t>Cleaned</a:t>
            </a:r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 Images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0C0646C6-F3BD-470B-3928-0A5B08B2F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22" y="1705261"/>
            <a:ext cx="2573677" cy="2495569"/>
          </a:xfrm>
          <a:prstGeom prst="rect">
            <a:avLst/>
          </a:prstGeom>
        </p:spPr>
      </p:pic>
      <p:pic>
        <p:nvPicPr>
          <p:cNvPr id="4" name="Inhaltsplatzhalter 7">
            <a:extLst>
              <a:ext uri="{FF2B5EF4-FFF2-40B4-BE49-F238E27FC236}">
                <a16:creationId xmlns:a16="http://schemas.microsoft.com/office/drawing/2014/main" id="{AE06B53F-0F7F-CD73-664C-A92D3DA6A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18" y="1950607"/>
            <a:ext cx="5798713" cy="200487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2B1F432-D55A-409A-7A69-43952BB397AA}"/>
              </a:ext>
            </a:extLst>
          </p:cNvPr>
          <p:cNvSpPr txBox="1"/>
          <p:nvPr/>
        </p:nvSpPr>
        <p:spPr>
          <a:xfrm>
            <a:off x="838805" y="4200830"/>
            <a:ext cx="1692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Cleaned</a:t>
            </a:r>
            <a:r>
              <a:rPr lang="de-DE" sz="1100" noProof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11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image</a:t>
            </a:r>
            <a:endParaRPr lang="de-DE" sz="11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87FB7B6-B763-B832-785B-FDCE0FE84515}"/>
              </a:ext>
            </a:extLst>
          </p:cNvPr>
          <p:cNvSpPr txBox="1"/>
          <p:nvPr/>
        </p:nvSpPr>
        <p:spPr>
          <a:xfrm>
            <a:off x="5766783" y="4019320"/>
            <a:ext cx="1692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noProof="0" dirty="0">
                <a:latin typeface="Poppins" panose="00000500000000000000" pitchFamily="2" charset="0"/>
                <a:cs typeface="Poppins" panose="00000500000000000000" pitchFamily="2" charset="0"/>
              </a:rPr>
              <a:t>Graphen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DADF9058-A043-072A-D9CB-C041A92622EC}"/>
              </a:ext>
            </a:extLst>
          </p:cNvPr>
          <p:cNvSpPr/>
          <p:nvPr/>
        </p:nvSpPr>
        <p:spPr>
          <a:xfrm>
            <a:off x="2776590" y="2820181"/>
            <a:ext cx="323636" cy="265723"/>
          </a:xfrm>
          <a:prstGeom prst="rightArrow">
            <a:avLst/>
          </a:prstGeom>
          <a:solidFill>
            <a:srgbClr val="D9A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A488FAA-3B70-BA3F-D510-1F55A1BF8F08}"/>
              </a:ext>
            </a:extLst>
          </p:cNvPr>
          <p:cNvSpPr txBox="1"/>
          <p:nvPr/>
        </p:nvSpPr>
        <p:spPr>
          <a:xfrm>
            <a:off x="2531081" y="2583714"/>
            <a:ext cx="1692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Preprocessing</a:t>
            </a:r>
            <a:endParaRPr lang="de-DE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0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AEA6-5000-A202-D5F1-0427E2DA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E67CD214-72DC-A361-B77A-B904E9C493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065" y="1930925"/>
            <a:ext cx="5261191" cy="81276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DD461FB-E53A-44A8-F3C4-BD7ABE2ABF61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 err="1">
                <a:solidFill>
                  <a:schemeClr val="dk2"/>
                </a:solidFill>
                <a:latin typeface="IBM Plex Mono"/>
              </a:rPr>
              <a:t>Preprocessing</a:t>
            </a:r>
            <a:endParaRPr lang="de-DE" noProof="0" dirty="0"/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E3B4C058-66DF-E247-747D-FB72E5198FD5}"/>
              </a:ext>
            </a:extLst>
          </p:cNvPr>
          <p:cNvSpPr txBox="1">
            <a:spLocks/>
          </p:cNvSpPr>
          <p:nvPr/>
        </p:nvSpPr>
        <p:spPr>
          <a:xfrm>
            <a:off x="720000" y="1627608"/>
            <a:ext cx="2829721" cy="29012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Data Ingestion</a:t>
            </a:r>
          </a:p>
          <a:p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Padding entfernen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Array mit Intensitäten von Gamma und Proton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Array mit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B584C33C-71AE-5894-C8EF-B6E0C4F2459C}"/>
              </a:ext>
            </a:extLst>
          </p:cNvPr>
          <p:cNvSpPr/>
          <p:nvPr/>
        </p:nvSpPr>
        <p:spPr>
          <a:xfrm>
            <a:off x="3348553" y="2074914"/>
            <a:ext cx="243840" cy="1088910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2886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A156-6BD1-2157-0643-3B1B5CF1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3610E4E0-B98B-3E6C-FBDB-380D33BFC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065" y="163085"/>
            <a:ext cx="5261191" cy="81276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139C86A-BE72-93F6-6F3D-5DCA2580B207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 err="1">
                <a:solidFill>
                  <a:schemeClr val="dk2"/>
                </a:solidFill>
                <a:latin typeface="IBM Plex Mono"/>
              </a:rPr>
              <a:t>Preprocessing</a:t>
            </a: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62F87AF-3D40-0CF2-C3D2-DE8131A262B2}"/>
              </a:ext>
            </a:extLst>
          </p:cNvPr>
          <p:cNvSpPr txBox="1">
            <a:spLocks/>
          </p:cNvSpPr>
          <p:nvPr/>
        </p:nvSpPr>
        <p:spPr>
          <a:xfrm>
            <a:off x="720000" y="1627608"/>
            <a:ext cx="2829721" cy="29012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Data Splitting</a:t>
            </a:r>
          </a:p>
          <a:p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70/30 Training/Rest</a:t>
            </a:r>
          </a:p>
          <a:p>
            <a:pPr marL="342900" indent="-342900">
              <a:buFont typeface="+mj-lt"/>
              <a:buAutoNum type="arabicPeriod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Rest in 50/50 Validation/Test</a:t>
            </a:r>
          </a:p>
          <a:p>
            <a:pPr marL="342900" indent="-342900">
              <a:buFont typeface="+mj-lt"/>
              <a:buAutoNum type="arabicPeriod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30% von Training für HPO</a:t>
            </a:r>
          </a:p>
          <a:p>
            <a:pPr marL="342900" indent="-342900">
              <a:buFont typeface="+mj-lt"/>
              <a:buAutoNum type="arabicPeriod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HPO in 60/40 Training/Validation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eschweifte Klammer links 3">
            <a:extLst>
              <a:ext uri="{FF2B5EF4-FFF2-40B4-BE49-F238E27FC236}">
                <a16:creationId xmlns:a16="http://schemas.microsoft.com/office/drawing/2014/main" id="{2DA0B837-2E23-6D12-A8E0-D0219246410B}"/>
              </a:ext>
            </a:extLst>
          </p:cNvPr>
          <p:cNvSpPr/>
          <p:nvPr/>
        </p:nvSpPr>
        <p:spPr>
          <a:xfrm>
            <a:off x="3348553" y="1627608"/>
            <a:ext cx="243840" cy="2901208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0970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F6E3-5031-1306-031C-628A009C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17322985-1DA9-5275-4F45-9D345F26B5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065" y="-2421619"/>
            <a:ext cx="5261191" cy="81276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F9D42B-E0CA-E8F7-5B16-5315861C719D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 err="1">
                <a:solidFill>
                  <a:schemeClr val="dk2"/>
                </a:solidFill>
                <a:latin typeface="IBM Plex Mono"/>
              </a:rPr>
              <a:t>Preprocessing</a:t>
            </a:r>
            <a:endParaRPr lang="de-DE" noProof="0" dirty="0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15BF2BFC-426E-48DD-30F5-49A5FA3862E4}"/>
              </a:ext>
            </a:extLst>
          </p:cNvPr>
          <p:cNvSpPr txBox="1">
            <a:spLocks/>
          </p:cNvSpPr>
          <p:nvPr/>
        </p:nvSpPr>
        <p:spPr>
          <a:xfrm>
            <a:off x="720000" y="1627608"/>
            <a:ext cx="2829721" cy="29012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Constant </a:t>
            </a: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Calculation</a:t>
            </a:r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Bestimmen von Min und Max aus Trainingsdaten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Geschweifte Klammer links 4">
            <a:extLst>
              <a:ext uri="{FF2B5EF4-FFF2-40B4-BE49-F238E27FC236}">
                <a16:creationId xmlns:a16="http://schemas.microsoft.com/office/drawing/2014/main" id="{F01CAF63-761A-44C2-C0DE-9AED9ABFA381}"/>
              </a:ext>
            </a:extLst>
          </p:cNvPr>
          <p:cNvSpPr/>
          <p:nvPr/>
        </p:nvSpPr>
        <p:spPr>
          <a:xfrm>
            <a:off x="3348553" y="2230374"/>
            <a:ext cx="243840" cy="682752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4770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CAC4-247E-8282-88A0-2FBEFB9F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F48D5C0A-0413-A830-99C3-9491259E0A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065" y="-3323827"/>
            <a:ext cx="5261191" cy="81276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74EBDAE-CE9F-4FC0-7CBE-FA3F2D26AE59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 err="1">
                <a:solidFill>
                  <a:schemeClr val="dk2"/>
                </a:solidFill>
                <a:latin typeface="IBM Plex Mono"/>
              </a:rPr>
              <a:t>Preprocessing</a:t>
            </a:r>
            <a:endParaRPr lang="de-DE" noProof="0" dirty="0"/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97368E77-3276-68AE-39C3-BD4852F24D94}"/>
              </a:ext>
            </a:extLst>
          </p:cNvPr>
          <p:cNvSpPr txBox="1">
            <a:spLocks/>
          </p:cNvSpPr>
          <p:nvPr/>
        </p:nvSpPr>
        <p:spPr>
          <a:xfrm>
            <a:off x="720001" y="1627608"/>
            <a:ext cx="2681567" cy="29012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Transformation &amp; Graph Generation </a:t>
            </a:r>
          </a:p>
          <a:p>
            <a:endParaRPr lang="de-DE" sz="14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Wurzel aller Werte berechnen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Min Max Skalierung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Adjazenzmatrix</a:t>
            </a: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berechnen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Graphen bauen</a:t>
            </a:r>
          </a:p>
          <a:p>
            <a:endParaRPr lang="de-DE" sz="14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Subgraph</a:t>
            </a: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mit Intensität &gt; 0</a:t>
            </a:r>
          </a:p>
        </p:txBody>
      </p:sp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45A24FC2-85A2-1C2E-424F-662352F04A07}"/>
              </a:ext>
            </a:extLst>
          </p:cNvPr>
          <p:cNvSpPr/>
          <p:nvPr/>
        </p:nvSpPr>
        <p:spPr>
          <a:xfrm>
            <a:off x="3348553" y="1352647"/>
            <a:ext cx="243840" cy="2901208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51035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96EE-F6E0-069B-4739-FA55BD9E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ACA25-164D-4E4E-36F9-C4354502272F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GNNs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5AC4B1-80B2-CB11-8808-9CA8F38F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469" y="1330503"/>
            <a:ext cx="6140587" cy="280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ED74200-E817-8D1E-967C-8E6DD10BAB95}"/>
              </a:ext>
            </a:extLst>
          </p:cNvPr>
          <p:cNvSpPr txBox="1"/>
          <p:nvPr/>
        </p:nvSpPr>
        <p:spPr>
          <a:xfrm>
            <a:off x="2250286" y="4273823"/>
            <a:ext cx="1692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Gitter Struktur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E01A597-369E-3FA2-BEE5-15BB7AAA995D}"/>
              </a:ext>
            </a:extLst>
          </p:cNvPr>
          <p:cNvSpPr txBox="1"/>
          <p:nvPr/>
        </p:nvSpPr>
        <p:spPr>
          <a:xfrm>
            <a:off x="4571820" y="4273823"/>
            <a:ext cx="16922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Graph Struktur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406DE6C2-B4A1-CD91-D9A8-7183E4AEA1A2}"/>
              </a:ext>
            </a:extLst>
          </p:cNvPr>
          <p:cNvSpPr/>
          <p:nvPr/>
        </p:nvSpPr>
        <p:spPr>
          <a:xfrm>
            <a:off x="3992523" y="4296894"/>
            <a:ext cx="264668" cy="215467"/>
          </a:xfrm>
          <a:prstGeom prst="rightArrow">
            <a:avLst/>
          </a:prstGeom>
          <a:solidFill>
            <a:srgbClr val="D9A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021749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7CD4-8675-9174-5384-1BD053C8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25FD2-E8B4-C498-3F8E-46E126733916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GNNs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030" name="Picture 6" descr="The Expressive Power of GNNs — The Message Passing Neural Network | by  Giuseppe Futia | TDS Archive | Medium">
            <a:extLst>
              <a:ext uri="{FF2B5EF4-FFF2-40B4-BE49-F238E27FC236}">
                <a16:creationId xmlns:a16="http://schemas.microsoft.com/office/drawing/2014/main" id="{A94D9B4C-5438-6CF5-6197-9C05D397D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543" y="1326180"/>
            <a:ext cx="4846619" cy="28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689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5967-6603-B24F-7AD5-297731E1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11D9C-7F38-0D22-8112-6BA7ACFFF414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GNNs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E0B7C7-E0F6-D571-93F1-5A4DF4185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43" y="1326180"/>
            <a:ext cx="4846619" cy="271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6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4DE1-409F-9C69-BDF4-85D41C3F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4DDA9-343E-41E8-40D4-68570A459BD2}"/>
              </a:ext>
            </a:extLst>
          </p:cNvPr>
          <p:cNvSpPr txBox="1">
            <a:spLocks/>
          </p:cNvSpPr>
          <p:nvPr/>
        </p:nvSpPr>
        <p:spPr>
          <a:xfrm>
            <a:off x="720000" y="444960"/>
            <a:ext cx="7703640" cy="572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GNNs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030" name="Picture 6" descr="The Expressive Power of GNNs — The Message Passing Neural Network | by  Giuseppe Futia | TDS Archive | Medium">
            <a:extLst>
              <a:ext uri="{FF2B5EF4-FFF2-40B4-BE49-F238E27FC236}">
                <a16:creationId xmlns:a16="http://schemas.microsoft.com/office/drawing/2014/main" id="{D2BD6542-A3DC-6EF7-F11B-5FDC14EBF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543" y="1326180"/>
            <a:ext cx="4846619" cy="287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e Expressive Power of GNNs — The Message Passing Neural Network | by  Giuseppe Futia | TDS Archive | Medium">
            <a:extLst>
              <a:ext uri="{FF2B5EF4-FFF2-40B4-BE49-F238E27FC236}">
                <a16:creationId xmlns:a16="http://schemas.microsoft.com/office/drawing/2014/main" id="{BCC3DCE2-D5F9-18D8-068D-8069C7C2C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543" y="1326180"/>
            <a:ext cx="4846619" cy="284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630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FC55-A7A9-CFE5-BC6C-00F9EC8F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80F90-5441-45CB-38F9-A88CF18D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Baseline Modell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51FB95A3-D2C0-5E29-372F-A03E864BA5D3}"/>
              </a:ext>
            </a:extLst>
          </p:cNvPr>
          <p:cNvSpPr txBox="1">
            <a:spLocks/>
          </p:cNvSpPr>
          <p:nvPr/>
        </p:nvSpPr>
        <p:spPr>
          <a:xfrm>
            <a:off x="720000" y="1448010"/>
            <a:ext cx="6795546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Input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2 Dimensionen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GCNConv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Message Passing, Erhöhung auf 64 Dimensionen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Global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mean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pooling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Mean Vektor über alle Knoten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Classifier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2 Layer MLP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Output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1 Dimension, Klassenvorhersage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Aktivierungsfunktion – Sigmoid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Keine Normalisierung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Parameter: 6465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633C66AF-EB79-C41C-2DCC-A1FDF10324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885" y="0"/>
            <a:ext cx="1805339" cy="513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7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358F-16F0-9128-9259-4B0769E1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B86B7-68D6-725A-5EAC-0A83B7DB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Verbesserte Architektur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D449C0E-CAD4-14A9-CD57-916BCDA70F5E}"/>
              </a:ext>
            </a:extLst>
          </p:cNvPr>
          <p:cNvSpPr txBox="1">
            <a:spLocks/>
          </p:cNvSpPr>
          <p:nvPr/>
        </p:nvSpPr>
        <p:spPr>
          <a:xfrm>
            <a:off x="720000" y="1867110"/>
            <a:ext cx="4047072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Input Net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Graph mit Wurzel der Intensitäten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Erhöhung der Dimensionalität</a:t>
            </a:r>
          </a:p>
          <a:p>
            <a:pPr>
              <a:lnSpc>
                <a:spcPct val="100000"/>
              </a:lnSpc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7E407F8-ACE0-A6A3-CB29-F7B58AD933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872" y="2068818"/>
            <a:ext cx="3827765" cy="11709007"/>
          </a:xfrm>
          <a:prstGeom prst="rect">
            <a:avLst/>
          </a:prstGeom>
        </p:spPr>
      </p:pic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D9BB22D5-0AA6-012D-2C15-94C6C699377C}"/>
              </a:ext>
            </a:extLst>
          </p:cNvPr>
          <p:cNvSpPr/>
          <p:nvPr/>
        </p:nvSpPr>
        <p:spPr>
          <a:xfrm>
            <a:off x="4724400" y="2245602"/>
            <a:ext cx="243840" cy="1271790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43933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13D6-9161-6954-938C-F8C34D8B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E20722-A4BE-2679-F00A-85EAEF04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Verbesserte Architektur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751C84F-535D-68E6-0814-AC35632699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872" y="-1625358"/>
            <a:ext cx="3827765" cy="11709007"/>
          </a:xfrm>
          <a:prstGeom prst="rect">
            <a:avLst/>
          </a:prstGeom>
        </p:spPr>
      </p:pic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85B300AC-B3CD-45A8-8166-05F730034119}"/>
              </a:ext>
            </a:extLst>
          </p:cNvPr>
          <p:cNvSpPr/>
          <p:nvPr/>
        </p:nvSpPr>
        <p:spPr>
          <a:xfrm>
            <a:off x="4724400" y="128016"/>
            <a:ext cx="243840" cy="4815840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F62503B8-1670-668C-9943-20407BF6527A}"/>
              </a:ext>
            </a:extLst>
          </p:cNvPr>
          <p:cNvSpPr txBox="1">
            <a:spLocks/>
          </p:cNvSpPr>
          <p:nvPr/>
        </p:nvSpPr>
        <p:spPr>
          <a:xfrm>
            <a:off x="720000" y="1867110"/>
            <a:ext cx="4047072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GNN </a:t>
            </a:r>
            <a:r>
              <a:rPr lang="de-DE" sz="1600" b="1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Convolution</a:t>
            </a:r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Message Passing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Verarbeitung mit MLP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Aggregation (Max/Mean)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Dimensionsreduzierung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Residual Connection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Pfeil: nach links gekrümmt 4">
            <a:extLst>
              <a:ext uri="{FF2B5EF4-FFF2-40B4-BE49-F238E27FC236}">
                <a16:creationId xmlns:a16="http://schemas.microsoft.com/office/drawing/2014/main" id="{7F60CBBA-4C1D-4452-B187-6F2681F491E7}"/>
              </a:ext>
            </a:extLst>
          </p:cNvPr>
          <p:cNvSpPr/>
          <p:nvPr/>
        </p:nvSpPr>
        <p:spPr>
          <a:xfrm rot="10800000">
            <a:off x="445531" y="2249424"/>
            <a:ext cx="304800" cy="1078992"/>
          </a:xfrm>
          <a:prstGeom prst="curvedLeftArrow">
            <a:avLst/>
          </a:prstGeom>
          <a:solidFill>
            <a:srgbClr val="DDB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35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11EC-0803-E4C5-6964-2FC3FDAB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D92AE-59C6-BD78-3E09-A262430C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Verbesserte Architektur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F5C1A76-BCA1-A679-ACB9-88BB8E4E84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872" y="-4575822"/>
            <a:ext cx="3827765" cy="11709007"/>
          </a:xfrm>
          <a:prstGeom prst="rect">
            <a:avLst/>
          </a:prstGeom>
        </p:spPr>
      </p:pic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227D06B3-C260-01FC-D9FD-762036EE6BFB}"/>
              </a:ext>
            </a:extLst>
          </p:cNvPr>
          <p:cNvSpPr/>
          <p:nvPr/>
        </p:nvSpPr>
        <p:spPr>
          <a:xfrm>
            <a:off x="4724400" y="1444752"/>
            <a:ext cx="243840" cy="2499360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0054A0A-3715-94D9-2C68-0A6DB439BFB4}"/>
              </a:ext>
            </a:extLst>
          </p:cNvPr>
          <p:cNvSpPr txBox="1">
            <a:spLocks/>
          </p:cNvSpPr>
          <p:nvPr/>
        </p:nvSpPr>
        <p:spPr>
          <a:xfrm>
            <a:off x="720000" y="1867110"/>
            <a:ext cx="4132416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GNN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Max/Mean Aggregation</a:t>
            </a:r>
          </a:p>
          <a:p>
            <a:pPr>
              <a:lnSpc>
                <a:spcPct val="100000"/>
              </a:lnSpc>
            </a:pPr>
            <a:endParaRPr lang="de-DE" sz="1600" b="1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Jumping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Max/Mean Aggregation + Dropout</a:t>
            </a:r>
            <a:endParaRPr lang="de-DE" sz="40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Aggregierte Features Konkatenieren</a:t>
            </a:r>
          </a:p>
        </p:txBody>
      </p:sp>
    </p:spTree>
    <p:extLst>
      <p:ext uri="{BB962C8B-B14F-4D97-AF65-F5344CB8AC3E}">
        <p14:creationId xmlns:p14="http://schemas.microsoft.com/office/powerpoint/2010/main" val="1992726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715A-F533-07F3-14F1-3211C21A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3D73F-DE80-C33C-3B40-1BD7584F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Verbesserte Architektur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71D50E0-1F62-4B9E-4615-41A13A26C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872" y="-7008126"/>
            <a:ext cx="3827765" cy="11709007"/>
          </a:xfrm>
          <a:prstGeom prst="rect">
            <a:avLst/>
          </a:prstGeom>
        </p:spPr>
      </p:pic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B852C25C-7229-FF46-AEB5-DBD6E0F3B00F}"/>
              </a:ext>
            </a:extLst>
          </p:cNvPr>
          <p:cNvSpPr/>
          <p:nvPr/>
        </p:nvSpPr>
        <p:spPr>
          <a:xfrm>
            <a:off x="4724400" y="1444752"/>
            <a:ext cx="243840" cy="3200400"/>
          </a:xfrm>
          <a:prstGeom prst="leftBrace">
            <a:avLst/>
          </a:prstGeom>
          <a:ln w="38100">
            <a:solidFill>
              <a:srgbClr val="D6A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B8B3188-0685-39A7-ACC4-B99483806343}"/>
              </a:ext>
            </a:extLst>
          </p:cNvPr>
          <p:cNvSpPr txBox="1">
            <a:spLocks/>
          </p:cNvSpPr>
          <p:nvPr/>
        </p:nvSpPr>
        <p:spPr>
          <a:xfrm>
            <a:off x="720000" y="1867110"/>
            <a:ext cx="4132416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600" b="1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Klassifikator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 Layer MLP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Schrittweise Dimensionsreduzierung</a:t>
            </a:r>
          </a:p>
        </p:txBody>
      </p:sp>
    </p:spTree>
    <p:extLst>
      <p:ext uri="{BB962C8B-B14F-4D97-AF65-F5344CB8AC3E}">
        <p14:creationId xmlns:p14="http://schemas.microsoft.com/office/powerpoint/2010/main" val="2259389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F94E7-03EE-82E3-7B92-853CC693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4F6354-3025-42B1-A87D-F5BC6C9D9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HPO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CEB08C-F4EF-DE01-E031-F3B66F2BD4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558" y="0"/>
            <a:ext cx="1681450" cy="5143500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F29394F-4871-3201-5B13-0C7701C1CE7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27631" y="390144"/>
            <a:ext cx="4774081" cy="1188720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408B905-5BCA-52D2-2ED0-B1CAF4DCD5E9}"/>
              </a:ext>
            </a:extLst>
          </p:cNvPr>
          <p:cNvSpPr txBox="1"/>
          <p:nvPr/>
        </p:nvSpPr>
        <p:spPr>
          <a:xfrm>
            <a:off x="829968" y="1409587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>
                <a:latin typeface="Poppins" panose="00000500000000000000" pitchFamily="2" charset="0"/>
                <a:cs typeface="Poppins" panose="00000500000000000000" pitchFamily="2" charset="0"/>
              </a:rPr>
              <a:t>Dropout Input Net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5C78C3-719B-AA3A-E444-1E9C0902FB0A}"/>
              </a:ext>
            </a:extLst>
          </p:cNvPr>
          <p:cNvSpPr txBox="1"/>
          <p:nvPr/>
        </p:nvSpPr>
        <p:spPr>
          <a:xfrm>
            <a:off x="829968" y="1801814"/>
            <a:ext cx="2521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>
                <a:latin typeface="Poppins" panose="00000500000000000000" pitchFamily="2" charset="0"/>
                <a:cs typeface="Poppins" panose="00000500000000000000" pitchFamily="2" charset="0"/>
              </a:rPr>
              <a:t>Dropout pro GNN Layer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E161872-B374-4078-E579-864B15A56CE4}"/>
              </a:ext>
            </a:extLst>
          </p:cNvPr>
          <p:cNvCxnSpPr>
            <a:cxnSpLocks/>
          </p:cNvCxnSpPr>
          <p:nvPr/>
        </p:nvCxnSpPr>
        <p:spPr>
          <a:xfrm flipV="1">
            <a:off x="3305576" y="1186637"/>
            <a:ext cx="4765528" cy="809207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A21919C9-5221-F69C-B693-0E5FEF1E87A1}"/>
              </a:ext>
            </a:extLst>
          </p:cNvPr>
          <p:cNvSpPr txBox="1"/>
          <p:nvPr/>
        </p:nvSpPr>
        <p:spPr>
          <a:xfrm>
            <a:off x="829968" y="2194041"/>
            <a:ext cx="2079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>
                <a:latin typeface="Poppins" panose="00000500000000000000" pitchFamily="2" charset="0"/>
                <a:cs typeface="Poppins" panose="00000500000000000000" pitchFamily="2" charset="0"/>
              </a:rPr>
              <a:t>Anzahl GNN Layers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BAC99F17-4BA9-CA1C-CCD6-5D6050B81B2D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909383" y="2363318"/>
            <a:ext cx="5210489" cy="0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F0F2A22E-9D34-7445-740C-A81FD324BE4D}"/>
              </a:ext>
            </a:extLst>
          </p:cNvPr>
          <p:cNvSpPr txBox="1"/>
          <p:nvPr/>
        </p:nvSpPr>
        <p:spPr>
          <a:xfrm>
            <a:off x="829968" y="2586268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>
                <a:latin typeface="Poppins" panose="00000500000000000000" pitchFamily="2" charset="0"/>
                <a:cs typeface="Poppins" panose="00000500000000000000" pitchFamily="2" charset="0"/>
              </a:rPr>
              <a:t>Dropout </a:t>
            </a:r>
            <a:r>
              <a:rPr lang="de-DE" sz="16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Classifier</a:t>
            </a:r>
            <a:endParaRPr lang="de-DE" sz="16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23E1748-1C78-C88C-E461-6E495FEB8C94}"/>
              </a:ext>
            </a:extLst>
          </p:cNvPr>
          <p:cNvCxnSpPr>
            <a:cxnSpLocks/>
          </p:cNvCxnSpPr>
          <p:nvPr/>
        </p:nvCxnSpPr>
        <p:spPr>
          <a:xfrm>
            <a:off x="2860615" y="2755545"/>
            <a:ext cx="4661849" cy="1571699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eschweifte Klammer links 25">
            <a:extLst>
              <a:ext uri="{FF2B5EF4-FFF2-40B4-BE49-F238E27FC236}">
                <a16:creationId xmlns:a16="http://schemas.microsoft.com/office/drawing/2014/main" id="{4D2483A7-71A9-48E2-86F4-42DB38A916E6}"/>
              </a:ext>
            </a:extLst>
          </p:cNvPr>
          <p:cNvSpPr/>
          <p:nvPr/>
        </p:nvSpPr>
        <p:spPr>
          <a:xfrm>
            <a:off x="7522464" y="3709277"/>
            <a:ext cx="158496" cy="1235935"/>
          </a:xfrm>
          <a:prstGeom prst="leftBrace">
            <a:avLst/>
          </a:prstGeom>
          <a:ln w="12700">
            <a:solidFill>
              <a:srgbClr val="DB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CDF2E65-9BC0-B639-3904-785DD35CB848}"/>
              </a:ext>
            </a:extLst>
          </p:cNvPr>
          <p:cNvSpPr txBox="1"/>
          <p:nvPr/>
        </p:nvSpPr>
        <p:spPr>
          <a:xfrm>
            <a:off x="829968" y="2978495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/>
              <a:t>Max Learning Rate</a:t>
            </a:r>
            <a:endParaRPr lang="de-DE" sz="1400" noProof="0" dirty="0">
              <a:effectLst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9274686-F522-5A2A-B3FD-BB7495E5291C}"/>
              </a:ext>
            </a:extLst>
          </p:cNvPr>
          <p:cNvSpPr txBox="1"/>
          <p:nvPr/>
        </p:nvSpPr>
        <p:spPr>
          <a:xfrm>
            <a:off x="829967" y="3370722"/>
            <a:ext cx="1903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/>
              <a:t>L2 Regularisierung</a:t>
            </a:r>
            <a:endParaRPr lang="de-DE" sz="1400" noProof="0" dirty="0">
              <a:effectLst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4135F6C-BABC-ABC0-FEA5-E8DD390A30CF}"/>
              </a:ext>
            </a:extLst>
          </p:cNvPr>
          <p:cNvSpPr txBox="1"/>
          <p:nvPr/>
        </p:nvSpPr>
        <p:spPr>
          <a:xfrm>
            <a:off x="3183668" y="3788635"/>
            <a:ext cx="23309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noProof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Ausgeschlossen: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strike="sngStrike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Internal </a:t>
            </a:r>
            <a:r>
              <a:rPr lang="de-DE" sz="1600" strike="sngStrike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Dimensions</a:t>
            </a:r>
            <a:endParaRPr lang="de-DE" sz="1600" strike="sngStrike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strike="sngStrike" noProof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Aktivierungsfunktion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strike="sngStrike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Aggregation</a:t>
            </a:r>
            <a:endParaRPr lang="de-DE" sz="1400" strike="sngStrike" noProof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558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23" grpId="0"/>
      <p:bldP spid="26" grpId="0" animBg="1"/>
      <p:bldP spid="28" grpId="0"/>
      <p:bldP spid="29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FAFC-CB56-E952-CFE3-90934500A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4E233-08D9-D13A-DC7F-B2CE45F0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Trainingsprozedur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AC89CA8-2C63-5373-7D45-F832D9790D2A}"/>
              </a:ext>
            </a:extLst>
          </p:cNvPr>
          <p:cNvSpPr txBox="1">
            <a:spLocks/>
          </p:cNvSpPr>
          <p:nvPr/>
        </p:nvSpPr>
        <p:spPr>
          <a:xfrm>
            <a:off x="720000" y="1441914"/>
            <a:ext cx="6795546" cy="2543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HPO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Learning Rate Scheduler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Early </a:t>
            </a:r>
            <a:r>
              <a:rPr lang="de-DE" sz="16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Stopping</a:t>
            </a: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Automatic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16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mixed</a:t>
            </a: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de-DE" sz="1600" noProof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precision</a:t>
            </a: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Finales Training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Skalierung der Epochen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Bewertung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413CAC-6BB7-365E-3EE1-72D399C8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264" y="1598798"/>
            <a:ext cx="2972975" cy="222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595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9071-317D-13F2-AACB-4D3FB796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2795A-4846-A549-8C59-B924523C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Ergebnisse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40B31AA-040E-5F4E-CD5E-92612957D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5895"/>
            <a:ext cx="9144000" cy="247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88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B200-8E1D-3EF4-4978-EB279A60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A71CEC-B217-3AA4-3AFC-0373D9C0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Ergebnisse</a:t>
            </a:r>
            <a:br>
              <a:rPr lang="de-DE" noProof="0" dirty="0">
                <a:solidFill>
                  <a:srgbClr val="000000"/>
                </a:solidFill>
                <a:latin typeface="OpenSymbol"/>
              </a:rPr>
            </a:br>
            <a:endParaRPr lang="de-DE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CCD6E8-6E7D-27CF-AFDE-7915950C6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2114"/>
            <a:ext cx="4287334" cy="14437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7934FA3-00E3-CBB5-11C3-65855E858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361" y="1380671"/>
            <a:ext cx="4054020" cy="16611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E5B1C49-6F12-51DE-4001-A578C16CF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361" y="3187554"/>
            <a:ext cx="4054643" cy="137173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047D614-903B-65D5-6B34-90357C353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95994"/>
            <a:ext cx="4287334" cy="166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1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6F8F-7FA8-F0E1-F25A-5EDB8676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7601D-1DAD-D15D-A7E6-14E1834F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Vergleich</a:t>
            </a:r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B2AFC1-4919-BC80-E066-1E692E75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33"/>
          <a:stretch>
            <a:fillRect/>
          </a:stretch>
        </p:blipFill>
        <p:spPr>
          <a:xfrm>
            <a:off x="5205984" y="1990604"/>
            <a:ext cx="3870960" cy="157177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2AC4D06E-555B-C73F-2B47-EB4BD49CE9DC}"/>
              </a:ext>
            </a:extLst>
          </p:cNvPr>
          <p:cNvSpPr txBox="1">
            <a:spLocks/>
          </p:cNvSpPr>
          <p:nvPr/>
        </p:nvSpPr>
        <p:spPr>
          <a:xfrm>
            <a:off x="720000" y="1217783"/>
            <a:ext cx="6795546" cy="5723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Stereo Modell, Baseline Architektur</a:t>
            </a:r>
          </a:p>
          <a:p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Anzahl Parameter: </a:t>
            </a:r>
            <a:r>
              <a:rPr lang="de-DE" sz="1400" kern="1200" noProof="0" dirty="0">
                <a:solidFill>
                  <a:srgbClr val="565656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6465</a:t>
            </a:r>
            <a:endParaRPr lang="de-DE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4F7ACE-EFE8-1302-FB9D-1FFF0FC45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984" y="407858"/>
            <a:ext cx="3870960" cy="1582746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EA2638B-5410-19E2-FB11-41BB095C2DC5}"/>
              </a:ext>
            </a:extLst>
          </p:cNvPr>
          <p:cNvCxnSpPr>
            <a:cxnSpLocks/>
          </p:cNvCxnSpPr>
          <p:nvPr/>
        </p:nvCxnSpPr>
        <p:spPr>
          <a:xfrm>
            <a:off x="720000" y="1990605"/>
            <a:ext cx="8356944" cy="0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66BC8BA-9772-61D9-4DE4-2F9F8B663E83}"/>
              </a:ext>
            </a:extLst>
          </p:cNvPr>
          <p:cNvCxnSpPr>
            <a:cxnSpLocks/>
          </p:cNvCxnSpPr>
          <p:nvPr/>
        </p:nvCxnSpPr>
        <p:spPr>
          <a:xfrm>
            <a:off x="720000" y="3573351"/>
            <a:ext cx="8356944" cy="0"/>
          </a:xfrm>
          <a:prstGeom prst="line">
            <a:avLst/>
          </a:prstGeom>
          <a:ln>
            <a:solidFill>
              <a:srgbClr val="D297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ceHolder 2">
            <a:extLst>
              <a:ext uri="{FF2B5EF4-FFF2-40B4-BE49-F238E27FC236}">
                <a16:creationId xmlns:a16="http://schemas.microsoft.com/office/drawing/2014/main" id="{CFE138EF-BD8E-494B-05AE-5947E909FDD4}"/>
              </a:ext>
            </a:extLst>
          </p:cNvPr>
          <p:cNvSpPr txBox="1">
            <a:spLocks/>
          </p:cNvSpPr>
          <p:nvPr/>
        </p:nvSpPr>
        <p:spPr>
          <a:xfrm>
            <a:off x="720000" y="2495778"/>
            <a:ext cx="6795546" cy="5723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Stereo Modell, verbesserte Architektur</a:t>
            </a:r>
          </a:p>
          <a:p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Anzahl Parameter: </a:t>
            </a:r>
            <a:r>
              <a:rPr lang="de-DE" sz="1400" kern="1200" noProof="0" dirty="0">
                <a:solidFill>
                  <a:srgbClr val="565656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174.081</a:t>
            </a:r>
            <a:endParaRPr lang="de-DE" sz="1400" noProof="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PlaceHolder 2">
            <a:extLst>
              <a:ext uri="{FF2B5EF4-FFF2-40B4-BE49-F238E27FC236}">
                <a16:creationId xmlns:a16="http://schemas.microsoft.com/office/drawing/2014/main" id="{DBCDF138-6230-FEBD-EF84-A3FEF53750E2}"/>
              </a:ext>
            </a:extLst>
          </p:cNvPr>
          <p:cNvSpPr txBox="1">
            <a:spLocks/>
          </p:cNvSpPr>
          <p:nvPr/>
        </p:nvSpPr>
        <p:spPr>
          <a:xfrm>
            <a:off x="720000" y="3792323"/>
            <a:ext cx="6795546" cy="5723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Mono Modell, verbesserte Architektur</a:t>
            </a:r>
          </a:p>
          <a:p>
            <a:r>
              <a:rPr lang="de-DE" sz="1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Anzahl Parameter: 195.073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11F7683-50F0-1483-9DE9-8367ABCF5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984" y="3584325"/>
            <a:ext cx="3870960" cy="157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38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7238-9D42-7EC5-7FD4-C91E875D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A1FD5-BEFE-3365-128A-8B7DCCDF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noProof="0" dirty="0">
                <a:solidFill>
                  <a:schemeClr val="dk2"/>
                </a:solidFill>
                <a:latin typeface="IBM Plex Mono"/>
              </a:rPr>
              <a:t>Ausblick</a:t>
            </a:r>
            <a:endParaRPr lang="de-DE" noProof="0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0C91FDC-24FD-7580-01E9-DA1727E1414D}"/>
              </a:ext>
            </a:extLst>
          </p:cNvPr>
          <p:cNvSpPr txBox="1">
            <a:spLocks/>
          </p:cNvSpPr>
          <p:nvPr/>
        </p:nvSpPr>
        <p:spPr>
          <a:xfrm>
            <a:off x="720000" y="2097024"/>
            <a:ext cx="6795546" cy="18883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Mehr Daten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 Transformation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Timing Bilder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Parametrische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Mehr Rechenleistung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noProof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Bessere HPO – mehr Epochen</a:t>
            </a: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5D570CCE-5CD2-78DB-2D92-1E87B9D0A6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197" y="-14635"/>
            <a:ext cx="1805339" cy="51342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1C45C16-EFFA-4BF8-21AF-FFADD06589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355" y="0"/>
            <a:ext cx="1673645" cy="5119627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62B225FF-E575-0186-E32A-D4B5CA072195}"/>
              </a:ext>
            </a:extLst>
          </p:cNvPr>
          <p:cNvSpPr txBox="1">
            <a:spLocks/>
          </p:cNvSpPr>
          <p:nvPr/>
        </p:nvSpPr>
        <p:spPr>
          <a:xfrm>
            <a:off x="720000" y="1719936"/>
            <a:ext cx="6795546" cy="13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noProof="0" dirty="0">
                <a:latin typeface="Poppins" panose="00000500000000000000" pitchFamily="2" charset="0"/>
                <a:cs typeface="Poppins" panose="00000500000000000000" pitchFamily="2" charset="0"/>
              </a:rPr>
              <a:t>Architektur</a:t>
            </a:r>
            <a:endParaRPr lang="de-DE" sz="1900" noProof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057A8A1C-DC78-3579-12C4-C6EC911CD488}"/>
              </a:ext>
            </a:extLst>
          </p:cNvPr>
          <p:cNvSpPr/>
          <p:nvPr/>
        </p:nvSpPr>
        <p:spPr>
          <a:xfrm>
            <a:off x="6790944" y="2464016"/>
            <a:ext cx="579119" cy="215467"/>
          </a:xfrm>
          <a:prstGeom prst="rightArrow">
            <a:avLst/>
          </a:prstGeom>
          <a:solidFill>
            <a:srgbClr val="D9A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3853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397</Words>
  <Application>Microsoft Office PowerPoint</Application>
  <PresentationFormat>Bildschirmpräsentation (16:9)</PresentationFormat>
  <Paragraphs>174</Paragraphs>
  <Slides>22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22</vt:i4>
      </vt:variant>
    </vt:vector>
  </HeadingPairs>
  <TitlesOfParts>
    <vt:vector size="32" baseType="lpstr">
      <vt:lpstr>Arial</vt:lpstr>
      <vt:lpstr>Calibri</vt:lpstr>
      <vt:lpstr>IBM Plex Mono</vt:lpstr>
      <vt:lpstr>OpenSymbol</vt:lpstr>
      <vt:lpstr>Poppins</vt:lpstr>
      <vt:lpstr>Symbol</vt:lpstr>
      <vt:lpstr>Wingdings</vt:lpstr>
      <vt:lpstr>Introduction to Coding Workshop by Slidesgo</vt:lpstr>
      <vt:lpstr>Introduction to Coding Workshop by Slidesgo</vt:lpstr>
      <vt:lpstr>Slidesgo Final Pages</vt:lpstr>
      <vt:lpstr>GNNs zur Klassifizierung von MAGIC-Daten</vt:lpstr>
      <vt:lpstr>Aufgabenstellung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Baseline Modell </vt:lpstr>
      <vt:lpstr>Verbesserte Architektur </vt:lpstr>
      <vt:lpstr>Verbesserte Architektur </vt:lpstr>
      <vt:lpstr>Verbesserte Architektur </vt:lpstr>
      <vt:lpstr>Verbesserte Architektur </vt:lpstr>
      <vt:lpstr>HPO </vt:lpstr>
      <vt:lpstr>Trainingsprozedur </vt:lpstr>
      <vt:lpstr>Ergebnisse </vt:lpstr>
      <vt:lpstr>Ergebnisse </vt:lpstr>
      <vt:lpstr>Vergleich</vt:lpstr>
      <vt:lpstr>Ausblick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Fabian Bäumer</dc:creator>
  <cp:lastModifiedBy>Fabian Bäumer</cp:lastModifiedBy>
  <cp:revision>1</cp:revision>
  <dcterms:modified xsi:type="dcterms:W3CDTF">2026-03-21T18:33:06Z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2026-03-20T14:14:48Z</dcterms:created>
  <dc:creator>Unknown Creator</dc:creator>
  <dc:description/>
  <dc:language>en-US</dc:language>
  <cp:lastModifiedBy>Unknown Creator</cp:lastModifiedBy>
  <dcterms:modified xsi:type="dcterms:W3CDTF">2026-03-20T14:14:48Z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